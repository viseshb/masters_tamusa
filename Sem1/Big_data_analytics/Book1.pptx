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9" d="100"/>
          <a:sy n="79" d="100"/>
        </p:scale>
        <p:origin x="7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esh Bentula" userId="5243385d4042bccd" providerId="LiveId" clId="{95B2A690-B094-47C5-A85F-8DFCC074E1A1}"/>
    <pc:docChg chg="modSld">
      <pc:chgData name="Visesh Bentula" userId="5243385d4042bccd" providerId="LiveId" clId="{95B2A690-B094-47C5-A85F-8DFCC074E1A1}" dt="2025-02-20T04:04:30.026" v="14" actId="20577"/>
      <pc:docMkLst>
        <pc:docMk/>
      </pc:docMkLst>
      <pc:sldChg chg="modSp mod">
        <pc:chgData name="Visesh Bentula" userId="5243385d4042bccd" providerId="LiveId" clId="{95B2A690-B094-47C5-A85F-8DFCC074E1A1}" dt="2025-02-20T04:04:30.026" v="14" actId="20577"/>
        <pc:sldMkLst>
          <pc:docMk/>
          <pc:sldMk cId="95992585" sldId="256"/>
        </pc:sldMkLst>
        <pc:spChg chg="mod">
          <ac:chgData name="Visesh Bentula" userId="5243385d4042bccd" providerId="LiveId" clId="{95B2A690-B094-47C5-A85F-8DFCC074E1A1}" dt="2025-02-20T04:04:30.026" v="14" actId="20577"/>
          <ac:spMkLst>
            <pc:docMk/>
            <pc:sldMk cId="95992585" sldId="256"/>
            <ac:spMk id="2" creationId="{446F8809-6AF1-4EF4-95EF-D86EBFFA74FB}"/>
          </ac:spMkLst>
        </pc:spChg>
        <pc:spChg chg="mod">
          <ac:chgData name="Visesh Bentula" userId="5243385d4042bccd" providerId="LiveId" clId="{95B2A690-B094-47C5-A85F-8DFCC074E1A1}" dt="2025-02-20T04:04:18.052" v="11" actId="6549"/>
          <ac:spMkLst>
            <pc:docMk/>
            <pc:sldMk cId="95992585" sldId="256"/>
            <ac:spMk id="3" creationId="{8497EF07-8544-4832-BC7B-1EE859154FE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446F8809-6AF1-4EF4-95EF-D86EBFFA74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/>
              <a:t>Book</a:t>
            </a:r>
            <a:r>
              <a:rPr lang="en-US" b="1"/>
              <a:t> </a:t>
            </a:r>
            <a:r>
              <a:rPr b="1"/>
              <a:t>1</a:t>
            </a:r>
            <a:endParaRPr b="1" dirty="0"/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8497EF07-8544-4832-BC7B-1EE859154F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File created on: 2/1</a:t>
            </a:r>
            <a:r>
              <a:rPr lang="en-US" dirty="0"/>
              <a:t>9</a:t>
            </a:r>
            <a:r>
              <a:rPr dirty="0"/>
              <a:t>/2025 </a:t>
            </a:r>
            <a:r>
              <a:rPr lang="en-US" dirty="0"/>
              <a:t>8</a:t>
            </a:r>
            <a:r>
              <a:rPr dirty="0"/>
              <a:t>:</a:t>
            </a:r>
            <a:r>
              <a:rPr lang="en-US" dirty="0"/>
              <a:t>20</a:t>
            </a:r>
            <a:r>
              <a:rPr dirty="0"/>
              <a:t>:</a:t>
            </a:r>
            <a:r>
              <a:rPr lang="en-US" dirty="0"/>
              <a:t>56</a:t>
            </a:r>
            <a:r>
              <a:rPr dirty="0"/>
              <a:t>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TOP 10 ZIP CODES FOR 2015">
            <a:extLst>
              <a:ext uri="{FF2B5EF4-FFF2-40B4-BE49-F238E27FC236}">
                <a16:creationId xmlns:a16="http://schemas.microsoft.com/office/drawing/2014/main" id="{1EF3037A-7B73-4C0A-AB04-A879E0295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587" y="728662"/>
            <a:ext cx="6600825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2015 REVENUE BY STATES">
            <a:extLst>
              <a:ext uri="{FF2B5EF4-FFF2-40B4-BE49-F238E27FC236}">
                <a16:creationId xmlns:a16="http://schemas.microsoft.com/office/drawing/2014/main" id="{33341E41-14DC-46C9-A336-E7ED151BE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9772"/>
            <a:ext cx="12192000" cy="499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MIDWEST AREA VIEW BY ZIPCODE">
            <a:extLst>
              <a:ext uri="{FF2B5EF4-FFF2-40B4-BE49-F238E27FC236}">
                <a16:creationId xmlns:a16="http://schemas.microsoft.com/office/drawing/2014/main" id="{95F989BE-2742-448D-B1E3-908F2B62A7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9772"/>
            <a:ext cx="12192000" cy="499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Book 1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Visesh Bentula</cp:lastModifiedBy>
  <cp:revision>1</cp:revision>
  <dcterms:created xsi:type="dcterms:W3CDTF">2025-02-20T03:39:30Z</dcterms:created>
  <dcterms:modified xsi:type="dcterms:W3CDTF">2025-02-20T04:04:32Z</dcterms:modified>
</cp:coreProperties>
</file>