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302" r:id="rId3"/>
    <p:sldId id="313" r:id="rId4"/>
    <p:sldId id="320" r:id="rId5"/>
    <p:sldId id="314" r:id="rId6"/>
    <p:sldId id="323" r:id="rId7"/>
    <p:sldId id="336" r:id="rId8"/>
    <p:sldId id="335" r:id="rId9"/>
    <p:sldId id="338" r:id="rId10"/>
    <p:sldId id="339" r:id="rId11"/>
    <p:sldId id="328" r:id="rId12"/>
    <p:sldId id="329" r:id="rId13"/>
    <p:sldId id="330" r:id="rId14"/>
    <p:sldId id="331" r:id="rId15"/>
    <p:sldId id="333" r:id="rId16"/>
    <p:sldId id="332" r:id="rId17"/>
    <p:sldId id="337" r:id="rId18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B8B178-C59D-4512-96F8-3588EDBDE5D9}" v="63" dt="2025-04-22T01:48:47.7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571" autoAdjust="0"/>
    <p:restoredTop sz="94658"/>
  </p:normalViewPr>
  <p:slideViewPr>
    <p:cSldViewPr snapToGrid="0" snapToObjects="1">
      <p:cViewPr>
        <p:scale>
          <a:sx n="75" d="100"/>
          <a:sy n="75" d="100"/>
        </p:scale>
        <p:origin x="1445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sesh Bentula" userId="5243385d4042bccd" providerId="LiveId" clId="{A7B8B178-C59D-4512-96F8-3588EDBDE5D9}"/>
    <pc:docChg chg="undo custSel modSld">
      <pc:chgData name="Visesh Bentula" userId="5243385d4042bccd" providerId="LiveId" clId="{A7B8B178-C59D-4512-96F8-3588EDBDE5D9}" dt="2025-04-22T01:48:47.713" v="170"/>
      <pc:docMkLst>
        <pc:docMk/>
      </pc:docMkLst>
      <pc:sldChg chg="addSp delSp modSp mod">
        <pc:chgData name="Visesh Bentula" userId="5243385d4042bccd" providerId="LiveId" clId="{A7B8B178-C59D-4512-96F8-3588EDBDE5D9}" dt="2025-04-22T01:48:47.713" v="170"/>
        <pc:sldMkLst>
          <pc:docMk/>
          <pc:sldMk cId="634929695" sldId="339"/>
        </pc:sldMkLst>
        <pc:grpChg chg="mod">
          <ac:chgData name="Visesh Bentula" userId="5243385d4042bccd" providerId="LiveId" clId="{A7B8B178-C59D-4512-96F8-3588EDBDE5D9}" dt="2025-04-22T01:31:46.890" v="12"/>
          <ac:grpSpMkLst>
            <pc:docMk/>
            <pc:sldMk cId="634929695" sldId="339"/>
            <ac:grpSpMk id="9" creationId="{484E41CB-411A-703D-B489-0A11D9F3DE0B}"/>
          </ac:grpSpMkLst>
        </pc:grpChg>
        <pc:grpChg chg="mod">
          <ac:chgData name="Visesh Bentula" userId="5243385d4042bccd" providerId="LiveId" clId="{A7B8B178-C59D-4512-96F8-3588EDBDE5D9}" dt="2025-04-22T01:31:45.805" v="9"/>
          <ac:grpSpMkLst>
            <pc:docMk/>
            <pc:sldMk cId="634929695" sldId="339"/>
            <ac:grpSpMk id="12" creationId="{B595B3E0-A68D-82EF-10D4-56B83940BF1D}"/>
          </ac:grpSpMkLst>
        </pc:grpChg>
        <pc:grpChg chg="mod">
          <ac:chgData name="Visesh Bentula" userId="5243385d4042bccd" providerId="LiveId" clId="{A7B8B178-C59D-4512-96F8-3588EDBDE5D9}" dt="2025-04-22T01:33:00.719" v="20"/>
          <ac:grpSpMkLst>
            <pc:docMk/>
            <pc:sldMk cId="634929695" sldId="339"/>
            <ac:grpSpMk id="18" creationId="{60949DCE-EF4C-96AB-4076-DD2B74A618F9}"/>
          </ac:grpSpMkLst>
        </pc:grpChg>
        <pc:grpChg chg="add del mod">
          <ac:chgData name="Visesh Bentula" userId="5243385d4042bccd" providerId="LiveId" clId="{A7B8B178-C59D-4512-96F8-3588EDBDE5D9}" dt="2025-04-22T01:33:48.892" v="32"/>
          <ac:grpSpMkLst>
            <pc:docMk/>
            <pc:sldMk cId="634929695" sldId="339"/>
            <ac:grpSpMk id="22" creationId="{45BFCBDD-F22F-2A87-9320-CECF23E27F05}"/>
          </ac:grpSpMkLst>
        </pc:grpChg>
        <pc:grpChg chg="mod">
          <ac:chgData name="Visesh Bentula" userId="5243385d4042bccd" providerId="LiveId" clId="{A7B8B178-C59D-4512-96F8-3588EDBDE5D9}" dt="2025-04-22T01:33:48.519" v="30"/>
          <ac:grpSpMkLst>
            <pc:docMk/>
            <pc:sldMk cId="634929695" sldId="339"/>
            <ac:grpSpMk id="24" creationId="{7DF2F2FC-6194-5EFB-AE10-D19D7613D6CB}"/>
          </ac:grpSpMkLst>
        </pc:grpChg>
        <pc:grpChg chg="del mod">
          <ac:chgData name="Visesh Bentula" userId="5243385d4042bccd" providerId="LiveId" clId="{A7B8B178-C59D-4512-96F8-3588EDBDE5D9}" dt="2025-04-22T01:35:47.925" v="43"/>
          <ac:grpSpMkLst>
            <pc:docMk/>
            <pc:sldMk cId="634929695" sldId="339"/>
            <ac:grpSpMk id="33" creationId="{C1FCDB92-F3A5-1D60-36B2-B6DF4D23485D}"/>
          </ac:grpSpMkLst>
        </pc:grpChg>
        <pc:grpChg chg="del mod">
          <ac:chgData name="Visesh Bentula" userId="5243385d4042bccd" providerId="LiveId" clId="{A7B8B178-C59D-4512-96F8-3588EDBDE5D9}" dt="2025-04-22T01:36:28.059" v="45"/>
          <ac:grpSpMkLst>
            <pc:docMk/>
            <pc:sldMk cId="634929695" sldId="339"/>
            <ac:grpSpMk id="35" creationId="{0EF1CAFC-96EA-F2B0-1144-BB909FC40238}"/>
          </ac:grpSpMkLst>
        </pc:grpChg>
        <pc:grpChg chg="mod">
          <ac:chgData name="Visesh Bentula" userId="5243385d4042bccd" providerId="LiveId" clId="{A7B8B178-C59D-4512-96F8-3588EDBDE5D9}" dt="2025-04-22T01:36:28.059" v="45"/>
          <ac:grpSpMkLst>
            <pc:docMk/>
            <pc:sldMk cId="634929695" sldId="339"/>
            <ac:grpSpMk id="37" creationId="{ED4779DD-F9C5-19BD-9EAF-246EA82BC06D}"/>
          </ac:grpSpMkLst>
        </pc:grpChg>
        <pc:grpChg chg="del mod">
          <ac:chgData name="Visesh Bentula" userId="5243385d4042bccd" providerId="LiveId" clId="{A7B8B178-C59D-4512-96F8-3588EDBDE5D9}" dt="2025-04-22T01:36:43.454" v="51"/>
          <ac:grpSpMkLst>
            <pc:docMk/>
            <pc:sldMk cId="634929695" sldId="339"/>
            <ac:grpSpMk id="41" creationId="{4FFF9D05-7BF7-91CB-CD43-8386ECD355FA}"/>
          </ac:grpSpMkLst>
        </pc:grpChg>
        <pc:grpChg chg="mod">
          <ac:chgData name="Visesh Bentula" userId="5243385d4042bccd" providerId="LiveId" clId="{A7B8B178-C59D-4512-96F8-3588EDBDE5D9}" dt="2025-04-22T01:36:43.454" v="51"/>
          <ac:grpSpMkLst>
            <pc:docMk/>
            <pc:sldMk cId="634929695" sldId="339"/>
            <ac:grpSpMk id="43" creationId="{21297707-985B-4684-C152-03B057A93972}"/>
          </ac:grpSpMkLst>
        </pc:grpChg>
        <pc:grpChg chg="mod">
          <ac:chgData name="Visesh Bentula" userId="5243385d4042bccd" providerId="LiveId" clId="{A7B8B178-C59D-4512-96F8-3588EDBDE5D9}" dt="2025-04-22T01:37:10.511" v="56"/>
          <ac:grpSpMkLst>
            <pc:docMk/>
            <pc:sldMk cId="634929695" sldId="339"/>
            <ac:grpSpMk id="48" creationId="{5F03275C-BC87-A985-CB04-A9F5F7709F3B}"/>
          </ac:grpSpMkLst>
        </pc:grpChg>
        <pc:grpChg chg="mod">
          <ac:chgData name="Visesh Bentula" userId="5243385d4042bccd" providerId="LiveId" clId="{A7B8B178-C59D-4512-96F8-3588EDBDE5D9}" dt="2025-04-22T01:37:14.754" v="59"/>
          <ac:grpSpMkLst>
            <pc:docMk/>
            <pc:sldMk cId="634929695" sldId="339"/>
            <ac:grpSpMk id="51" creationId="{05608966-6ACD-7230-00DF-4451372F0613}"/>
          </ac:grpSpMkLst>
        </pc:grpChg>
        <pc:grpChg chg="mod">
          <ac:chgData name="Visesh Bentula" userId="5243385d4042bccd" providerId="LiveId" clId="{A7B8B178-C59D-4512-96F8-3588EDBDE5D9}" dt="2025-04-22T01:37:23.683" v="63"/>
          <ac:grpSpMkLst>
            <pc:docMk/>
            <pc:sldMk cId="634929695" sldId="339"/>
            <ac:grpSpMk id="55" creationId="{BFD3248C-D331-6294-C169-ABBA83AC5289}"/>
          </ac:grpSpMkLst>
        </pc:grpChg>
        <pc:grpChg chg="add del mod">
          <ac:chgData name="Visesh Bentula" userId="5243385d4042bccd" providerId="LiveId" clId="{A7B8B178-C59D-4512-96F8-3588EDBDE5D9}" dt="2025-04-22T01:45:10.562" v="140"/>
          <ac:grpSpMkLst>
            <pc:docMk/>
            <pc:sldMk cId="634929695" sldId="339"/>
            <ac:grpSpMk id="58" creationId="{AFC0FCEF-34F6-1387-6A4A-98C9EAA56382}"/>
          </ac:grpSpMkLst>
        </pc:grpChg>
        <pc:grpChg chg="add del mod">
          <ac:chgData name="Visesh Bentula" userId="5243385d4042bccd" providerId="LiveId" clId="{A7B8B178-C59D-4512-96F8-3588EDBDE5D9}" dt="2025-04-22T01:45:12.659" v="142"/>
          <ac:grpSpMkLst>
            <pc:docMk/>
            <pc:sldMk cId="634929695" sldId="339"/>
            <ac:grpSpMk id="62" creationId="{A96096C6-34D9-594F-59CB-47CB6837B408}"/>
          </ac:grpSpMkLst>
        </pc:grpChg>
        <pc:grpChg chg="del mod">
          <ac:chgData name="Visesh Bentula" userId="5243385d4042bccd" providerId="LiveId" clId="{A7B8B178-C59D-4512-96F8-3588EDBDE5D9}" dt="2025-04-22T01:39:33.389" v="80"/>
          <ac:grpSpMkLst>
            <pc:docMk/>
            <pc:sldMk cId="634929695" sldId="339"/>
            <ac:grpSpMk id="65" creationId="{C00F3EB6-86A0-314F-31D6-CA4EAC3C8603}"/>
          </ac:grpSpMkLst>
        </pc:grpChg>
        <pc:grpChg chg="mod">
          <ac:chgData name="Visesh Bentula" userId="5243385d4042bccd" providerId="LiveId" clId="{A7B8B178-C59D-4512-96F8-3588EDBDE5D9}" dt="2025-04-22T01:39:33.389" v="80"/>
          <ac:grpSpMkLst>
            <pc:docMk/>
            <pc:sldMk cId="634929695" sldId="339"/>
            <ac:grpSpMk id="68" creationId="{8EC5B70C-ACC2-9A9E-D6BC-CA2DE081D720}"/>
          </ac:grpSpMkLst>
        </pc:grpChg>
        <pc:grpChg chg="mod">
          <ac:chgData name="Visesh Bentula" userId="5243385d4042bccd" providerId="LiveId" clId="{A7B8B178-C59D-4512-96F8-3588EDBDE5D9}" dt="2025-04-22T01:40:55.199" v="102"/>
          <ac:grpSpMkLst>
            <pc:docMk/>
            <pc:sldMk cId="634929695" sldId="339"/>
            <ac:grpSpMk id="72" creationId="{5E9119C9-78D6-7A52-EA36-F78240C0B914}"/>
          </ac:grpSpMkLst>
        </pc:grpChg>
        <pc:grpChg chg="add del mod">
          <ac:chgData name="Visesh Bentula" userId="5243385d4042bccd" providerId="LiveId" clId="{A7B8B178-C59D-4512-96F8-3588EDBDE5D9}" dt="2025-04-22T01:40:52.641" v="95"/>
          <ac:grpSpMkLst>
            <pc:docMk/>
            <pc:sldMk cId="634929695" sldId="339"/>
            <ac:grpSpMk id="75" creationId="{4456074F-B2AD-2EC2-0A04-14F408E4CACC}"/>
          </ac:grpSpMkLst>
        </pc:grpChg>
        <pc:grpChg chg="del mod">
          <ac:chgData name="Visesh Bentula" userId="5243385d4042bccd" providerId="LiveId" clId="{A7B8B178-C59D-4512-96F8-3588EDBDE5D9}" dt="2025-04-22T01:41:27.894" v="107"/>
          <ac:grpSpMkLst>
            <pc:docMk/>
            <pc:sldMk cId="634929695" sldId="339"/>
            <ac:grpSpMk id="78" creationId="{BAFC3C03-326D-10F5-0E67-B82A8EEB18AF}"/>
          </ac:grpSpMkLst>
        </pc:grpChg>
        <pc:grpChg chg="del mod">
          <ac:chgData name="Visesh Bentula" userId="5243385d4042bccd" providerId="LiveId" clId="{A7B8B178-C59D-4512-96F8-3588EDBDE5D9}" dt="2025-04-22T01:42:44.027" v="118"/>
          <ac:grpSpMkLst>
            <pc:docMk/>
            <pc:sldMk cId="634929695" sldId="339"/>
            <ac:grpSpMk id="80" creationId="{68CDF033-7A94-2394-A387-2EBD7BF76F04}"/>
          </ac:grpSpMkLst>
        </pc:grpChg>
        <pc:grpChg chg="mod">
          <ac:chgData name="Visesh Bentula" userId="5243385d4042bccd" providerId="LiveId" clId="{A7B8B178-C59D-4512-96F8-3588EDBDE5D9}" dt="2025-04-22T01:42:19.151" v="113"/>
          <ac:grpSpMkLst>
            <pc:docMk/>
            <pc:sldMk cId="634929695" sldId="339"/>
            <ac:grpSpMk id="84" creationId="{A5BDB6F3-5E0B-8AE1-72F0-FAF8099E04FE}"/>
          </ac:grpSpMkLst>
        </pc:grpChg>
        <pc:grpChg chg="del mod">
          <ac:chgData name="Visesh Bentula" userId="5243385d4042bccd" providerId="LiveId" clId="{A7B8B178-C59D-4512-96F8-3588EDBDE5D9}" dt="2025-04-22T01:45:08.588" v="137"/>
          <ac:grpSpMkLst>
            <pc:docMk/>
            <pc:sldMk cId="634929695" sldId="339"/>
            <ac:grpSpMk id="91" creationId="{FB16C214-774A-89A5-B646-53BE3B872101}"/>
          </ac:grpSpMkLst>
        </pc:grpChg>
        <pc:grpChg chg="del mod">
          <ac:chgData name="Visesh Bentula" userId="5243385d4042bccd" providerId="LiveId" clId="{A7B8B178-C59D-4512-96F8-3588EDBDE5D9}" dt="2025-04-22T01:45:14.778" v="145"/>
          <ac:grpSpMkLst>
            <pc:docMk/>
            <pc:sldMk cId="634929695" sldId="339"/>
            <ac:grpSpMk id="99" creationId="{B04DDEA0-6045-7CE0-6CE6-720713B82467}"/>
          </ac:grpSpMkLst>
        </pc:grpChg>
        <pc:grpChg chg="mod">
          <ac:chgData name="Visesh Bentula" userId="5243385d4042bccd" providerId="LiveId" clId="{A7B8B178-C59D-4512-96F8-3588EDBDE5D9}" dt="2025-04-22T01:44:54.422" v="136"/>
          <ac:grpSpMkLst>
            <pc:docMk/>
            <pc:sldMk cId="634929695" sldId="339"/>
            <ac:grpSpMk id="103" creationId="{958B3A4E-51FC-20CE-1C75-AEFA1F8D38C4}"/>
          </ac:grpSpMkLst>
        </pc:grpChg>
        <pc:grpChg chg="mod">
          <ac:chgData name="Visesh Bentula" userId="5243385d4042bccd" providerId="LiveId" clId="{A7B8B178-C59D-4512-96F8-3588EDBDE5D9}" dt="2025-04-22T01:48:08.293" v="161"/>
          <ac:grpSpMkLst>
            <pc:docMk/>
            <pc:sldMk cId="634929695" sldId="339"/>
            <ac:grpSpMk id="117" creationId="{02450C98-4F23-3D38-5504-D996E32F9EF5}"/>
          </ac:grpSpMkLst>
        </pc:grpChg>
        <pc:grpChg chg="mod">
          <ac:chgData name="Visesh Bentula" userId="5243385d4042bccd" providerId="LiveId" clId="{A7B8B178-C59D-4512-96F8-3588EDBDE5D9}" dt="2025-04-22T01:48:22.060" v="164"/>
          <ac:grpSpMkLst>
            <pc:docMk/>
            <pc:sldMk cId="634929695" sldId="339"/>
            <ac:grpSpMk id="120" creationId="{8938F7D2-7E89-5DBE-A05F-23AA3CC8EF02}"/>
          </ac:grpSpMkLst>
        </pc:grpChg>
        <pc:grpChg chg="mod">
          <ac:chgData name="Visesh Bentula" userId="5243385d4042bccd" providerId="LiveId" clId="{A7B8B178-C59D-4512-96F8-3588EDBDE5D9}" dt="2025-04-22T01:48:47.713" v="170"/>
          <ac:grpSpMkLst>
            <pc:docMk/>
            <pc:sldMk cId="634929695" sldId="339"/>
            <ac:grpSpMk id="126" creationId="{7CBB2F04-ABDF-0410-FFEF-3D39FFF9AAA5}"/>
          </ac:grpSpMkLst>
        </pc:grpChg>
        <pc:picChg chg="mod">
          <ac:chgData name="Visesh Bentula" userId="5243385d4042bccd" providerId="LiveId" clId="{A7B8B178-C59D-4512-96F8-3588EDBDE5D9}" dt="2025-04-22T01:02:42.183" v="0" actId="1037"/>
          <ac:picMkLst>
            <pc:docMk/>
            <pc:sldMk cId="634929695" sldId="339"/>
            <ac:picMk id="6" creationId="{F5E14957-539F-B0BF-96B7-A6E649E69416}"/>
          </ac:picMkLst>
        </pc:picChg>
        <pc:inkChg chg="add del">
          <ac:chgData name="Visesh Bentula" userId="5243385d4042bccd" providerId="LiveId" clId="{A7B8B178-C59D-4512-96F8-3588EDBDE5D9}" dt="2025-04-22T01:31:50.935" v="14" actId="9405"/>
          <ac:inkMkLst>
            <pc:docMk/>
            <pc:sldMk cId="634929695" sldId="339"/>
            <ac:inkMk id="3" creationId="{B47A0DE8-06F5-3D93-625D-B42BBB81A75F}"/>
          </ac:inkMkLst>
        </pc:inkChg>
        <pc:inkChg chg="add del mod">
          <ac:chgData name="Visesh Bentula" userId="5243385d4042bccd" providerId="LiveId" clId="{A7B8B178-C59D-4512-96F8-3588EDBDE5D9}" dt="2025-04-22T01:31:47.178" v="13" actId="9405"/>
          <ac:inkMkLst>
            <pc:docMk/>
            <pc:sldMk cId="634929695" sldId="339"/>
            <ac:inkMk id="5" creationId="{162E4DCC-5804-9C0A-A47A-C95510792E00}"/>
          </ac:inkMkLst>
        </pc:inkChg>
        <pc:inkChg chg="add del mod">
          <ac:chgData name="Visesh Bentula" userId="5243385d4042bccd" providerId="LiveId" clId="{A7B8B178-C59D-4512-96F8-3588EDBDE5D9}" dt="2025-04-22T01:31:46.890" v="12"/>
          <ac:inkMkLst>
            <pc:docMk/>
            <pc:sldMk cId="634929695" sldId="339"/>
            <ac:inkMk id="7" creationId="{BC17E88A-FD81-2120-CCF1-2F7AD66EC176}"/>
          </ac:inkMkLst>
        </pc:inkChg>
        <pc:inkChg chg="add del mod">
          <ac:chgData name="Visesh Bentula" userId="5243385d4042bccd" providerId="LiveId" clId="{A7B8B178-C59D-4512-96F8-3588EDBDE5D9}" dt="2025-04-22T01:31:46.053" v="10" actId="9405"/>
          <ac:inkMkLst>
            <pc:docMk/>
            <pc:sldMk cId="634929695" sldId="339"/>
            <ac:inkMk id="10" creationId="{DCC43961-8024-3AAC-86DC-4C9F55F13D29}"/>
          </ac:inkMkLst>
        </pc:inkChg>
        <pc:inkChg chg="add del mod">
          <ac:chgData name="Visesh Bentula" userId="5243385d4042bccd" providerId="LiveId" clId="{A7B8B178-C59D-4512-96F8-3588EDBDE5D9}" dt="2025-04-22T01:31:45.805" v="9"/>
          <ac:inkMkLst>
            <pc:docMk/>
            <pc:sldMk cId="634929695" sldId="339"/>
            <ac:inkMk id="11" creationId="{EFFC36D6-B80A-FC32-56CE-9DB20E7C4B9A}"/>
          </ac:inkMkLst>
        </pc:inkChg>
        <pc:inkChg chg="add">
          <ac:chgData name="Visesh Bentula" userId="5243385d4042bccd" providerId="LiveId" clId="{A7B8B178-C59D-4512-96F8-3588EDBDE5D9}" dt="2025-04-22T01:32:34.610" v="15" actId="9405"/>
          <ac:inkMkLst>
            <pc:docMk/>
            <pc:sldMk cId="634929695" sldId="339"/>
            <ac:inkMk id="13" creationId="{66C53B1A-5595-8C4B-7A66-C842188E426B}"/>
          </ac:inkMkLst>
        </pc:inkChg>
        <pc:inkChg chg="add">
          <ac:chgData name="Visesh Bentula" userId="5243385d4042bccd" providerId="LiveId" clId="{A7B8B178-C59D-4512-96F8-3588EDBDE5D9}" dt="2025-04-22T01:32:38.984" v="16" actId="9405"/>
          <ac:inkMkLst>
            <pc:docMk/>
            <pc:sldMk cId="634929695" sldId="339"/>
            <ac:inkMk id="14" creationId="{1605204D-6582-BB86-A318-68234EA9BDAA}"/>
          </ac:inkMkLst>
        </pc:inkChg>
        <pc:inkChg chg="add">
          <ac:chgData name="Visesh Bentula" userId="5243385d4042bccd" providerId="LiveId" clId="{A7B8B178-C59D-4512-96F8-3588EDBDE5D9}" dt="2025-04-22T01:32:41.731" v="17" actId="9405"/>
          <ac:inkMkLst>
            <pc:docMk/>
            <pc:sldMk cId="634929695" sldId="339"/>
            <ac:inkMk id="15" creationId="{3904FCF0-8F48-5FEF-007B-E55130A24837}"/>
          </ac:inkMkLst>
        </pc:inkChg>
        <pc:inkChg chg="add mod">
          <ac:chgData name="Visesh Bentula" userId="5243385d4042bccd" providerId="LiveId" clId="{A7B8B178-C59D-4512-96F8-3588EDBDE5D9}" dt="2025-04-22T01:33:00.719" v="20"/>
          <ac:inkMkLst>
            <pc:docMk/>
            <pc:sldMk cId="634929695" sldId="339"/>
            <ac:inkMk id="16" creationId="{DFF1F108-E97B-7B4A-39F9-F7CDD692661B}"/>
          </ac:inkMkLst>
        </pc:inkChg>
        <pc:inkChg chg="add mod">
          <ac:chgData name="Visesh Bentula" userId="5243385d4042bccd" providerId="LiveId" clId="{A7B8B178-C59D-4512-96F8-3588EDBDE5D9}" dt="2025-04-22T01:33:00.719" v="20"/>
          <ac:inkMkLst>
            <pc:docMk/>
            <pc:sldMk cId="634929695" sldId="339"/>
            <ac:inkMk id="17" creationId="{F1A5917A-8C3B-3B2B-5FF1-486F1B6DCD8F}"/>
          </ac:inkMkLst>
        </pc:inkChg>
        <pc:inkChg chg="add">
          <ac:chgData name="Visesh Bentula" userId="5243385d4042bccd" providerId="LiveId" clId="{A7B8B178-C59D-4512-96F8-3588EDBDE5D9}" dt="2025-04-22T01:33:18.353" v="21" actId="9405"/>
          <ac:inkMkLst>
            <pc:docMk/>
            <pc:sldMk cId="634929695" sldId="339"/>
            <ac:inkMk id="19" creationId="{F6329EDC-E7A8-A463-8216-16DD827EFF92}"/>
          </ac:inkMkLst>
        </pc:inkChg>
        <pc:inkChg chg="add del mod">
          <ac:chgData name="Visesh Bentula" userId="5243385d4042bccd" providerId="LiveId" clId="{A7B8B178-C59D-4512-96F8-3588EDBDE5D9}" dt="2025-04-22T01:33:49.292" v="33" actId="9405"/>
          <ac:inkMkLst>
            <pc:docMk/>
            <pc:sldMk cId="634929695" sldId="339"/>
            <ac:inkMk id="20" creationId="{C86A17C9-604A-A183-494D-3A09DEFEE43F}"/>
          </ac:inkMkLst>
        </pc:inkChg>
        <pc:inkChg chg="add del mod">
          <ac:chgData name="Visesh Bentula" userId="5243385d4042bccd" providerId="LiveId" clId="{A7B8B178-C59D-4512-96F8-3588EDBDE5D9}" dt="2025-04-22T01:33:48.892" v="32"/>
          <ac:inkMkLst>
            <pc:docMk/>
            <pc:sldMk cId="634929695" sldId="339"/>
            <ac:inkMk id="21" creationId="{C4A03BC1-FC0A-CA25-6780-21206E02B4CE}"/>
          </ac:inkMkLst>
        </pc:inkChg>
        <pc:inkChg chg="add del mod">
          <ac:chgData name="Visesh Bentula" userId="5243385d4042bccd" providerId="LiveId" clId="{A7B8B178-C59D-4512-96F8-3588EDBDE5D9}" dt="2025-04-22T01:33:48.519" v="30"/>
          <ac:inkMkLst>
            <pc:docMk/>
            <pc:sldMk cId="634929695" sldId="339"/>
            <ac:inkMk id="23" creationId="{4A2D8F23-2E8C-3DDB-CF93-15CA5D483F46}"/>
          </ac:inkMkLst>
        </pc:inkChg>
        <pc:inkChg chg="add del">
          <ac:chgData name="Visesh Bentula" userId="5243385d4042bccd" providerId="LiveId" clId="{A7B8B178-C59D-4512-96F8-3588EDBDE5D9}" dt="2025-04-22T01:33:48.052" v="28" actId="9405"/>
          <ac:inkMkLst>
            <pc:docMk/>
            <pc:sldMk cId="634929695" sldId="339"/>
            <ac:inkMk id="25" creationId="{0F682C4D-7F84-DF26-7F52-C99F4E1424F2}"/>
          </ac:inkMkLst>
        </pc:inkChg>
        <pc:inkChg chg="add">
          <ac:chgData name="Visesh Bentula" userId="5243385d4042bccd" providerId="LiveId" clId="{A7B8B178-C59D-4512-96F8-3588EDBDE5D9}" dt="2025-04-22T01:33:52.420" v="34" actId="9405"/>
          <ac:inkMkLst>
            <pc:docMk/>
            <pc:sldMk cId="634929695" sldId="339"/>
            <ac:inkMk id="26" creationId="{C785B3C1-5FBD-D91F-B2EE-66CB0C3648BD}"/>
          </ac:inkMkLst>
        </pc:inkChg>
        <pc:inkChg chg="add del">
          <ac:chgData name="Visesh Bentula" userId="5243385d4042bccd" providerId="LiveId" clId="{A7B8B178-C59D-4512-96F8-3588EDBDE5D9}" dt="2025-04-22T01:38:27.957" v="64"/>
          <ac:inkMkLst>
            <pc:docMk/>
            <pc:sldMk cId="634929695" sldId="339"/>
            <ac:inkMk id="27" creationId="{5201E6B6-BF79-949A-370E-8BA02294C3C6}"/>
          </ac:inkMkLst>
        </pc:inkChg>
        <pc:inkChg chg="add del">
          <ac:chgData name="Visesh Bentula" userId="5243385d4042bccd" providerId="LiveId" clId="{A7B8B178-C59D-4512-96F8-3588EDBDE5D9}" dt="2025-04-22T01:38:27.959" v="65"/>
          <ac:inkMkLst>
            <pc:docMk/>
            <pc:sldMk cId="634929695" sldId="339"/>
            <ac:inkMk id="28" creationId="{20E14279-F394-C192-79B8-521516B3C214}"/>
          </ac:inkMkLst>
        </pc:inkChg>
        <pc:inkChg chg="add del">
          <ac:chgData name="Visesh Bentula" userId="5243385d4042bccd" providerId="LiveId" clId="{A7B8B178-C59D-4512-96F8-3588EDBDE5D9}" dt="2025-04-22T01:38:27.959" v="66"/>
          <ac:inkMkLst>
            <pc:docMk/>
            <pc:sldMk cId="634929695" sldId="339"/>
            <ac:inkMk id="29" creationId="{96B59735-D6F5-656E-FD44-7C0BB7089098}"/>
          </ac:inkMkLst>
        </pc:inkChg>
        <pc:inkChg chg="add del">
          <ac:chgData name="Visesh Bentula" userId="5243385d4042bccd" providerId="LiveId" clId="{A7B8B178-C59D-4512-96F8-3588EDBDE5D9}" dt="2025-04-22T01:38:27.960" v="67"/>
          <ac:inkMkLst>
            <pc:docMk/>
            <pc:sldMk cId="634929695" sldId="339"/>
            <ac:inkMk id="30" creationId="{CB88746D-7F5C-AE60-30E5-4829888D63F9}"/>
          </ac:inkMkLst>
        </pc:inkChg>
        <pc:inkChg chg="add mod">
          <ac:chgData name="Visesh Bentula" userId="5243385d4042bccd" providerId="LiveId" clId="{A7B8B178-C59D-4512-96F8-3588EDBDE5D9}" dt="2025-04-22T01:36:28.059" v="45"/>
          <ac:inkMkLst>
            <pc:docMk/>
            <pc:sldMk cId="634929695" sldId="339"/>
            <ac:inkMk id="31" creationId="{7A41B3F2-BA9F-5156-BB6A-B015DAE64A4E}"/>
          </ac:inkMkLst>
        </pc:inkChg>
        <pc:inkChg chg="add mod">
          <ac:chgData name="Visesh Bentula" userId="5243385d4042bccd" providerId="LiveId" clId="{A7B8B178-C59D-4512-96F8-3588EDBDE5D9}" dt="2025-04-22T01:36:28.059" v="45"/>
          <ac:inkMkLst>
            <pc:docMk/>
            <pc:sldMk cId="634929695" sldId="339"/>
            <ac:inkMk id="32" creationId="{237BA77F-66B0-B5C3-8849-298244B4422D}"/>
          </ac:inkMkLst>
        </pc:inkChg>
        <pc:inkChg chg="add mod">
          <ac:chgData name="Visesh Bentula" userId="5243385d4042bccd" providerId="LiveId" clId="{A7B8B178-C59D-4512-96F8-3588EDBDE5D9}" dt="2025-04-22T01:36:28.059" v="45"/>
          <ac:inkMkLst>
            <pc:docMk/>
            <pc:sldMk cId="634929695" sldId="339"/>
            <ac:inkMk id="34" creationId="{1C4307F6-89E6-3C47-B13C-C7669D2038C4}"/>
          </ac:inkMkLst>
        </pc:inkChg>
        <pc:inkChg chg="add mod">
          <ac:chgData name="Visesh Bentula" userId="5243385d4042bccd" providerId="LiveId" clId="{A7B8B178-C59D-4512-96F8-3588EDBDE5D9}" dt="2025-04-22T01:36:28.059" v="45"/>
          <ac:inkMkLst>
            <pc:docMk/>
            <pc:sldMk cId="634929695" sldId="339"/>
            <ac:inkMk id="36" creationId="{8AF1FE60-604F-BADC-C818-1D985C633932}"/>
          </ac:inkMkLst>
        </pc:inkChg>
        <pc:inkChg chg="add mod">
          <ac:chgData name="Visesh Bentula" userId="5243385d4042bccd" providerId="LiveId" clId="{A7B8B178-C59D-4512-96F8-3588EDBDE5D9}" dt="2025-04-22T01:36:43.454" v="51"/>
          <ac:inkMkLst>
            <pc:docMk/>
            <pc:sldMk cId="634929695" sldId="339"/>
            <ac:inkMk id="38" creationId="{DA4321FC-0B52-D87B-BDE9-34296C463103}"/>
          </ac:inkMkLst>
        </pc:inkChg>
        <pc:inkChg chg="add mod">
          <ac:chgData name="Visesh Bentula" userId="5243385d4042bccd" providerId="LiveId" clId="{A7B8B178-C59D-4512-96F8-3588EDBDE5D9}" dt="2025-04-22T01:36:43.454" v="51"/>
          <ac:inkMkLst>
            <pc:docMk/>
            <pc:sldMk cId="634929695" sldId="339"/>
            <ac:inkMk id="39" creationId="{ADB45E46-EBAC-EA73-9A3E-4BAB8297B1E7}"/>
          </ac:inkMkLst>
        </pc:inkChg>
        <pc:inkChg chg="add mod">
          <ac:chgData name="Visesh Bentula" userId="5243385d4042bccd" providerId="LiveId" clId="{A7B8B178-C59D-4512-96F8-3588EDBDE5D9}" dt="2025-04-22T01:36:43.454" v="51"/>
          <ac:inkMkLst>
            <pc:docMk/>
            <pc:sldMk cId="634929695" sldId="339"/>
            <ac:inkMk id="40" creationId="{33D4E2E8-8687-1918-B09C-913C58C1D787}"/>
          </ac:inkMkLst>
        </pc:inkChg>
        <pc:inkChg chg="add mod">
          <ac:chgData name="Visesh Bentula" userId="5243385d4042bccd" providerId="LiveId" clId="{A7B8B178-C59D-4512-96F8-3588EDBDE5D9}" dt="2025-04-22T01:36:43.454" v="51"/>
          <ac:inkMkLst>
            <pc:docMk/>
            <pc:sldMk cId="634929695" sldId="339"/>
            <ac:inkMk id="42" creationId="{2C89D964-8FC3-BA4A-1695-A41A47CC230C}"/>
          </ac:inkMkLst>
        </pc:inkChg>
        <pc:inkChg chg="add">
          <ac:chgData name="Visesh Bentula" userId="5243385d4042bccd" providerId="LiveId" clId="{A7B8B178-C59D-4512-96F8-3588EDBDE5D9}" dt="2025-04-22T01:36:50.711" v="52" actId="9405"/>
          <ac:inkMkLst>
            <pc:docMk/>
            <pc:sldMk cId="634929695" sldId="339"/>
            <ac:inkMk id="44" creationId="{547DDBC8-66AF-5FFD-D5F9-19CC73620018}"/>
          </ac:inkMkLst>
        </pc:inkChg>
        <pc:inkChg chg="add">
          <ac:chgData name="Visesh Bentula" userId="5243385d4042bccd" providerId="LiveId" clId="{A7B8B178-C59D-4512-96F8-3588EDBDE5D9}" dt="2025-04-22T01:36:53.743" v="53" actId="9405"/>
          <ac:inkMkLst>
            <pc:docMk/>
            <pc:sldMk cId="634929695" sldId="339"/>
            <ac:inkMk id="45" creationId="{0E08039D-AA39-E2FF-10AB-A73CEE12117D}"/>
          </ac:inkMkLst>
        </pc:inkChg>
        <pc:inkChg chg="add mod">
          <ac:chgData name="Visesh Bentula" userId="5243385d4042bccd" providerId="LiveId" clId="{A7B8B178-C59D-4512-96F8-3588EDBDE5D9}" dt="2025-04-22T01:37:10.511" v="56"/>
          <ac:inkMkLst>
            <pc:docMk/>
            <pc:sldMk cId="634929695" sldId="339"/>
            <ac:inkMk id="46" creationId="{44275358-738C-F6E5-81D3-09FF543AC1C1}"/>
          </ac:inkMkLst>
        </pc:inkChg>
        <pc:inkChg chg="add mod">
          <ac:chgData name="Visesh Bentula" userId="5243385d4042bccd" providerId="LiveId" clId="{A7B8B178-C59D-4512-96F8-3588EDBDE5D9}" dt="2025-04-22T01:37:10.511" v="56"/>
          <ac:inkMkLst>
            <pc:docMk/>
            <pc:sldMk cId="634929695" sldId="339"/>
            <ac:inkMk id="47" creationId="{B12FC887-35B0-2D33-588C-26157143A70D}"/>
          </ac:inkMkLst>
        </pc:inkChg>
        <pc:inkChg chg="add mod">
          <ac:chgData name="Visesh Bentula" userId="5243385d4042bccd" providerId="LiveId" clId="{A7B8B178-C59D-4512-96F8-3588EDBDE5D9}" dt="2025-04-22T01:37:14.754" v="59"/>
          <ac:inkMkLst>
            <pc:docMk/>
            <pc:sldMk cId="634929695" sldId="339"/>
            <ac:inkMk id="49" creationId="{D31E7444-4E39-159E-78E1-15164CB89108}"/>
          </ac:inkMkLst>
        </pc:inkChg>
        <pc:inkChg chg="add mod">
          <ac:chgData name="Visesh Bentula" userId="5243385d4042bccd" providerId="LiveId" clId="{A7B8B178-C59D-4512-96F8-3588EDBDE5D9}" dt="2025-04-22T01:37:14.754" v="59"/>
          <ac:inkMkLst>
            <pc:docMk/>
            <pc:sldMk cId="634929695" sldId="339"/>
            <ac:inkMk id="50" creationId="{4488F037-4FED-5128-3B24-7399F616941C}"/>
          </ac:inkMkLst>
        </pc:inkChg>
        <pc:inkChg chg="add mod">
          <ac:chgData name="Visesh Bentula" userId="5243385d4042bccd" providerId="LiveId" clId="{A7B8B178-C59D-4512-96F8-3588EDBDE5D9}" dt="2025-04-22T01:37:23.683" v="63"/>
          <ac:inkMkLst>
            <pc:docMk/>
            <pc:sldMk cId="634929695" sldId="339"/>
            <ac:inkMk id="52" creationId="{426544D4-7687-B3CB-0551-CAC85D38A595}"/>
          </ac:inkMkLst>
        </pc:inkChg>
        <pc:inkChg chg="add mod">
          <ac:chgData name="Visesh Bentula" userId="5243385d4042bccd" providerId="LiveId" clId="{A7B8B178-C59D-4512-96F8-3588EDBDE5D9}" dt="2025-04-22T01:37:23.683" v="63"/>
          <ac:inkMkLst>
            <pc:docMk/>
            <pc:sldMk cId="634929695" sldId="339"/>
            <ac:inkMk id="53" creationId="{289F14D3-FB13-965D-9CDD-51EC024DA7B2}"/>
          </ac:inkMkLst>
        </pc:inkChg>
        <pc:inkChg chg="add mod">
          <ac:chgData name="Visesh Bentula" userId="5243385d4042bccd" providerId="LiveId" clId="{A7B8B178-C59D-4512-96F8-3588EDBDE5D9}" dt="2025-04-22T01:37:23.683" v="63"/>
          <ac:inkMkLst>
            <pc:docMk/>
            <pc:sldMk cId="634929695" sldId="339"/>
            <ac:inkMk id="54" creationId="{7DB58111-6650-AF50-2913-D59426A42C1E}"/>
          </ac:inkMkLst>
        </pc:inkChg>
        <pc:inkChg chg="add del mod">
          <ac:chgData name="Visesh Bentula" userId="5243385d4042bccd" providerId="LiveId" clId="{A7B8B178-C59D-4512-96F8-3588EDBDE5D9}" dt="2025-04-22T01:45:11.962" v="141"/>
          <ac:inkMkLst>
            <pc:docMk/>
            <pc:sldMk cId="634929695" sldId="339"/>
            <ac:inkMk id="56" creationId="{F90E8817-C10E-DF7E-B608-9218E8683AEC}"/>
          </ac:inkMkLst>
        </pc:inkChg>
        <pc:inkChg chg="add del mod">
          <ac:chgData name="Visesh Bentula" userId="5243385d4042bccd" providerId="LiveId" clId="{A7B8B178-C59D-4512-96F8-3588EDBDE5D9}" dt="2025-04-22T01:45:10.562" v="140"/>
          <ac:inkMkLst>
            <pc:docMk/>
            <pc:sldMk cId="634929695" sldId="339"/>
            <ac:inkMk id="57" creationId="{31D1DE8E-74B1-206D-7A44-C63DCF09BC58}"/>
          </ac:inkMkLst>
        </pc:inkChg>
        <pc:inkChg chg="add del">
          <ac:chgData name="Visesh Bentula" userId="5243385d4042bccd" providerId="LiveId" clId="{A7B8B178-C59D-4512-96F8-3588EDBDE5D9}" dt="2025-04-22T01:45:09.886" v="139"/>
          <ac:inkMkLst>
            <pc:docMk/>
            <pc:sldMk cId="634929695" sldId="339"/>
            <ac:inkMk id="59" creationId="{8530AB03-DC0C-B13A-E414-58B1B53B8218}"/>
          </ac:inkMkLst>
        </pc:inkChg>
        <pc:inkChg chg="add mod">
          <ac:chgData name="Visesh Bentula" userId="5243385d4042bccd" providerId="LiveId" clId="{A7B8B178-C59D-4512-96F8-3588EDBDE5D9}" dt="2025-04-22T01:45:12.659" v="142"/>
          <ac:inkMkLst>
            <pc:docMk/>
            <pc:sldMk cId="634929695" sldId="339"/>
            <ac:inkMk id="60" creationId="{4B32C540-EF73-0476-DBCD-F27682EC1578}"/>
          </ac:inkMkLst>
        </pc:inkChg>
        <pc:inkChg chg="add del mod">
          <ac:chgData name="Visesh Bentula" userId="5243385d4042bccd" providerId="LiveId" clId="{A7B8B178-C59D-4512-96F8-3588EDBDE5D9}" dt="2025-04-22T01:45:12.659" v="142"/>
          <ac:inkMkLst>
            <pc:docMk/>
            <pc:sldMk cId="634929695" sldId="339"/>
            <ac:inkMk id="61" creationId="{DF0E0345-A974-9C3E-7E67-FF5E4259FA68}"/>
          </ac:inkMkLst>
        </pc:inkChg>
        <pc:inkChg chg="add mod">
          <ac:chgData name="Visesh Bentula" userId="5243385d4042bccd" providerId="LiveId" clId="{A7B8B178-C59D-4512-96F8-3588EDBDE5D9}" dt="2025-04-22T01:39:33.389" v="80"/>
          <ac:inkMkLst>
            <pc:docMk/>
            <pc:sldMk cId="634929695" sldId="339"/>
            <ac:inkMk id="63" creationId="{28E1F0F6-E3F8-4477-74A9-691D39F78744}"/>
          </ac:inkMkLst>
        </pc:inkChg>
        <pc:inkChg chg="add mod">
          <ac:chgData name="Visesh Bentula" userId="5243385d4042bccd" providerId="LiveId" clId="{A7B8B178-C59D-4512-96F8-3588EDBDE5D9}" dt="2025-04-22T01:39:33.389" v="80"/>
          <ac:inkMkLst>
            <pc:docMk/>
            <pc:sldMk cId="634929695" sldId="339"/>
            <ac:inkMk id="64" creationId="{7A2CB960-34ED-ED80-69A3-1AB0EE2AD582}"/>
          </ac:inkMkLst>
        </pc:inkChg>
        <pc:inkChg chg="add mod">
          <ac:chgData name="Visesh Bentula" userId="5243385d4042bccd" providerId="LiveId" clId="{A7B8B178-C59D-4512-96F8-3588EDBDE5D9}" dt="2025-04-22T01:39:33.389" v="80"/>
          <ac:inkMkLst>
            <pc:docMk/>
            <pc:sldMk cId="634929695" sldId="339"/>
            <ac:inkMk id="66" creationId="{CE950E78-DFC7-DD97-E1FC-1B11FE9E8858}"/>
          </ac:inkMkLst>
        </pc:inkChg>
        <pc:inkChg chg="add mod">
          <ac:chgData name="Visesh Bentula" userId="5243385d4042bccd" providerId="LiveId" clId="{A7B8B178-C59D-4512-96F8-3588EDBDE5D9}" dt="2025-04-22T01:39:33.389" v="80"/>
          <ac:inkMkLst>
            <pc:docMk/>
            <pc:sldMk cId="634929695" sldId="339"/>
            <ac:inkMk id="67" creationId="{CD2C4BAD-D884-D999-EB29-4F265C308E00}"/>
          </ac:inkMkLst>
        </pc:inkChg>
        <pc:inkChg chg="add mod">
          <ac:chgData name="Visesh Bentula" userId="5243385d4042bccd" providerId="LiveId" clId="{A7B8B178-C59D-4512-96F8-3588EDBDE5D9}" dt="2025-04-22T01:40:55.199" v="102"/>
          <ac:inkMkLst>
            <pc:docMk/>
            <pc:sldMk cId="634929695" sldId="339"/>
            <ac:inkMk id="69" creationId="{BF9A3DD9-BA5F-8D0F-41C8-C74FD143C2D6}"/>
          </ac:inkMkLst>
        </pc:inkChg>
        <pc:inkChg chg="add mod">
          <ac:chgData name="Visesh Bentula" userId="5243385d4042bccd" providerId="LiveId" clId="{A7B8B178-C59D-4512-96F8-3588EDBDE5D9}" dt="2025-04-22T01:40:55.199" v="102"/>
          <ac:inkMkLst>
            <pc:docMk/>
            <pc:sldMk cId="634929695" sldId="339"/>
            <ac:inkMk id="70" creationId="{11AF2792-AF89-3DF8-882C-B5DAB38E4668}"/>
          </ac:inkMkLst>
        </pc:inkChg>
        <pc:inkChg chg="add del mod">
          <ac:chgData name="Visesh Bentula" userId="5243385d4042bccd" providerId="LiveId" clId="{A7B8B178-C59D-4512-96F8-3588EDBDE5D9}" dt="2025-04-22T01:40:55.199" v="102"/>
          <ac:inkMkLst>
            <pc:docMk/>
            <pc:sldMk cId="634929695" sldId="339"/>
            <ac:inkMk id="71" creationId="{445DC3F2-BBB1-A8F0-A1FB-5AAF03530DA7}"/>
          </ac:inkMkLst>
        </pc:inkChg>
        <pc:inkChg chg="add del mod">
          <ac:chgData name="Visesh Bentula" userId="5243385d4042bccd" providerId="LiveId" clId="{A7B8B178-C59D-4512-96F8-3588EDBDE5D9}" dt="2025-04-22T01:40:53.014" v="96" actId="9405"/>
          <ac:inkMkLst>
            <pc:docMk/>
            <pc:sldMk cId="634929695" sldId="339"/>
            <ac:inkMk id="73" creationId="{89A82DDF-5A01-70E7-AA78-AACDFAE9D15C}"/>
          </ac:inkMkLst>
        </pc:inkChg>
        <pc:inkChg chg="add del mod">
          <ac:chgData name="Visesh Bentula" userId="5243385d4042bccd" providerId="LiveId" clId="{A7B8B178-C59D-4512-96F8-3588EDBDE5D9}" dt="2025-04-22T01:40:52.641" v="95"/>
          <ac:inkMkLst>
            <pc:docMk/>
            <pc:sldMk cId="634929695" sldId="339"/>
            <ac:inkMk id="74" creationId="{0EE76B0D-89DA-082B-3CBD-F4E7094E8967}"/>
          </ac:inkMkLst>
        </pc:inkChg>
        <pc:inkChg chg="add del mod">
          <ac:chgData name="Visesh Bentula" userId="5243385d4042bccd" providerId="LiveId" clId="{A7B8B178-C59D-4512-96F8-3588EDBDE5D9}" dt="2025-04-22T01:42:43.265" v="117"/>
          <ac:inkMkLst>
            <pc:docMk/>
            <pc:sldMk cId="634929695" sldId="339"/>
            <ac:inkMk id="76" creationId="{FB7C8054-ABF4-D021-1964-278F22A3AF6B}"/>
          </ac:inkMkLst>
        </pc:inkChg>
        <pc:inkChg chg="add del mod">
          <ac:chgData name="Visesh Bentula" userId="5243385d4042bccd" providerId="LiveId" clId="{A7B8B178-C59D-4512-96F8-3588EDBDE5D9}" dt="2025-04-22T01:42:44.027" v="118"/>
          <ac:inkMkLst>
            <pc:docMk/>
            <pc:sldMk cId="634929695" sldId="339"/>
            <ac:inkMk id="77" creationId="{0A2C9B5E-793F-1950-8210-6DBB2C0465CD}"/>
          </ac:inkMkLst>
        </pc:inkChg>
        <pc:inkChg chg="add del mod">
          <ac:chgData name="Visesh Bentula" userId="5243385d4042bccd" providerId="LiveId" clId="{A7B8B178-C59D-4512-96F8-3588EDBDE5D9}" dt="2025-04-22T01:42:44.027" v="119"/>
          <ac:inkMkLst>
            <pc:docMk/>
            <pc:sldMk cId="634929695" sldId="339"/>
            <ac:inkMk id="79" creationId="{F858E878-A4C4-DF4E-6326-365FAFF28965}"/>
          </ac:inkMkLst>
        </pc:inkChg>
        <pc:inkChg chg="add del">
          <ac:chgData name="Visesh Bentula" userId="5243385d4042bccd" providerId="LiveId" clId="{A7B8B178-C59D-4512-96F8-3588EDBDE5D9}" dt="2025-04-22T01:42:45.025" v="120"/>
          <ac:inkMkLst>
            <pc:docMk/>
            <pc:sldMk cId="634929695" sldId="339"/>
            <ac:inkMk id="81" creationId="{81C612E4-F929-CC1A-1C82-93D01A82C7D7}"/>
          </ac:inkMkLst>
        </pc:inkChg>
        <pc:inkChg chg="add mod">
          <ac:chgData name="Visesh Bentula" userId="5243385d4042bccd" providerId="LiveId" clId="{A7B8B178-C59D-4512-96F8-3588EDBDE5D9}" dt="2025-04-22T01:42:19.151" v="113"/>
          <ac:inkMkLst>
            <pc:docMk/>
            <pc:sldMk cId="634929695" sldId="339"/>
            <ac:inkMk id="82" creationId="{D31BB1D4-F482-5147-E430-BCF3562A9A4F}"/>
          </ac:inkMkLst>
        </pc:inkChg>
        <pc:inkChg chg="add del mod">
          <ac:chgData name="Visesh Bentula" userId="5243385d4042bccd" providerId="LiveId" clId="{A7B8B178-C59D-4512-96F8-3588EDBDE5D9}" dt="2025-04-22T01:42:19.151" v="113"/>
          <ac:inkMkLst>
            <pc:docMk/>
            <pc:sldMk cId="634929695" sldId="339"/>
            <ac:inkMk id="83" creationId="{5993B73F-49BA-175C-067C-11AFA3598423}"/>
          </ac:inkMkLst>
        </pc:inkChg>
        <pc:inkChg chg="add">
          <ac:chgData name="Visesh Bentula" userId="5243385d4042bccd" providerId="LiveId" clId="{A7B8B178-C59D-4512-96F8-3588EDBDE5D9}" dt="2025-04-22T01:42:24.929" v="114" actId="9405"/>
          <ac:inkMkLst>
            <pc:docMk/>
            <pc:sldMk cId="634929695" sldId="339"/>
            <ac:inkMk id="85" creationId="{FF7E930E-12B7-41AA-0C10-EBD69A4F2A41}"/>
          </ac:inkMkLst>
        </pc:inkChg>
        <pc:inkChg chg="add">
          <ac:chgData name="Visesh Bentula" userId="5243385d4042bccd" providerId="LiveId" clId="{A7B8B178-C59D-4512-96F8-3588EDBDE5D9}" dt="2025-04-22T01:42:31.307" v="115" actId="9405"/>
          <ac:inkMkLst>
            <pc:docMk/>
            <pc:sldMk cId="634929695" sldId="339"/>
            <ac:inkMk id="86" creationId="{B4B08D2C-A973-DF26-19F4-DC1103F30FF7}"/>
          </ac:inkMkLst>
        </pc:inkChg>
        <pc:inkChg chg="add">
          <ac:chgData name="Visesh Bentula" userId="5243385d4042bccd" providerId="LiveId" clId="{A7B8B178-C59D-4512-96F8-3588EDBDE5D9}" dt="2025-04-22T01:42:35.079" v="116" actId="9405"/>
          <ac:inkMkLst>
            <pc:docMk/>
            <pc:sldMk cId="634929695" sldId="339"/>
            <ac:inkMk id="87" creationId="{CC013F05-2DE0-DF7E-6AFA-B4870342750B}"/>
          </ac:inkMkLst>
        </pc:inkChg>
        <pc:inkChg chg="add del">
          <ac:chgData name="Visesh Bentula" userId="5243385d4042bccd" providerId="LiveId" clId="{A7B8B178-C59D-4512-96F8-3588EDBDE5D9}" dt="2025-04-22T01:45:13.408" v="143"/>
          <ac:inkMkLst>
            <pc:docMk/>
            <pc:sldMk cId="634929695" sldId="339"/>
            <ac:inkMk id="88" creationId="{1CD8EE9D-38DC-9276-82C6-58D43C5EDB94}"/>
          </ac:inkMkLst>
        </pc:inkChg>
        <pc:inkChg chg="add del mod">
          <ac:chgData name="Visesh Bentula" userId="5243385d4042bccd" providerId="LiveId" clId="{A7B8B178-C59D-4512-96F8-3588EDBDE5D9}" dt="2025-04-22T01:45:09.325" v="138"/>
          <ac:inkMkLst>
            <pc:docMk/>
            <pc:sldMk cId="634929695" sldId="339"/>
            <ac:inkMk id="89" creationId="{1D50A2C8-328B-E258-4932-6EFB46F3B9E1}"/>
          </ac:inkMkLst>
        </pc:inkChg>
        <pc:inkChg chg="add del mod">
          <ac:chgData name="Visesh Bentula" userId="5243385d4042bccd" providerId="LiveId" clId="{A7B8B178-C59D-4512-96F8-3588EDBDE5D9}" dt="2025-04-22T01:45:08.588" v="137"/>
          <ac:inkMkLst>
            <pc:docMk/>
            <pc:sldMk cId="634929695" sldId="339"/>
            <ac:inkMk id="90" creationId="{F63257A2-6A16-7984-524C-FE46AD49C41F}"/>
          </ac:inkMkLst>
        </pc:inkChg>
        <pc:inkChg chg="add">
          <ac:chgData name="Visesh Bentula" userId="5243385d4042bccd" providerId="LiveId" clId="{A7B8B178-C59D-4512-96F8-3588EDBDE5D9}" dt="2025-04-22T01:43:51.739" v="125" actId="9405"/>
          <ac:inkMkLst>
            <pc:docMk/>
            <pc:sldMk cId="634929695" sldId="339"/>
            <ac:inkMk id="92" creationId="{BF2625D4-66C7-C9C6-A6E0-46817189625F}"/>
          </ac:inkMkLst>
        </pc:inkChg>
        <pc:inkChg chg="add">
          <ac:chgData name="Visesh Bentula" userId="5243385d4042bccd" providerId="LiveId" clId="{A7B8B178-C59D-4512-96F8-3588EDBDE5D9}" dt="2025-04-22T01:43:57.710" v="126" actId="9405"/>
          <ac:inkMkLst>
            <pc:docMk/>
            <pc:sldMk cId="634929695" sldId="339"/>
            <ac:inkMk id="93" creationId="{28D22F42-5005-7772-CC8D-5B9FBF3F089D}"/>
          </ac:inkMkLst>
        </pc:inkChg>
        <pc:inkChg chg="add">
          <ac:chgData name="Visesh Bentula" userId="5243385d4042bccd" providerId="LiveId" clId="{A7B8B178-C59D-4512-96F8-3588EDBDE5D9}" dt="2025-04-22T01:44:23.751" v="127" actId="9405"/>
          <ac:inkMkLst>
            <pc:docMk/>
            <pc:sldMk cId="634929695" sldId="339"/>
            <ac:inkMk id="94" creationId="{73DC5D93-BCC1-B34A-5D44-6803B972CC9C}"/>
          </ac:inkMkLst>
        </pc:inkChg>
        <pc:inkChg chg="add">
          <ac:chgData name="Visesh Bentula" userId="5243385d4042bccd" providerId="LiveId" clId="{A7B8B178-C59D-4512-96F8-3588EDBDE5D9}" dt="2025-04-22T01:44:27.226" v="128" actId="9405"/>
          <ac:inkMkLst>
            <pc:docMk/>
            <pc:sldMk cId="634929695" sldId="339"/>
            <ac:inkMk id="95" creationId="{0A705AFF-1173-7B62-668B-B827EB9FF324}"/>
          </ac:inkMkLst>
        </pc:inkChg>
        <pc:inkChg chg="add del mod">
          <ac:chgData name="Visesh Bentula" userId="5243385d4042bccd" providerId="LiveId" clId="{A7B8B178-C59D-4512-96F8-3588EDBDE5D9}" dt="2025-04-22T01:45:14.045" v="144"/>
          <ac:inkMkLst>
            <pc:docMk/>
            <pc:sldMk cId="634929695" sldId="339"/>
            <ac:inkMk id="96" creationId="{319E05CB-D0DD-6892-8852-48606E53F55D}"/>
          </ac:inkMkLst>
        </pc:inkChg>
        <pc:inkChg chg="add del mod">
          <ac:chgData name="Visesh Bentula" userId="5243385d4042bccd" providerId="LiveId" clId="{A7B8B178-C59D-4512-96F8-3588EDBDE5D9}" dt="2025-04-22T01:45:14.778" v="145"/>
          <ac:inkMkLst>
            <pc:docMk/>
            <pc:sldMk cId="634929695" sldId="339"/>
            <ac:inkMk id="97" creationId="{C23DA3BE-0996-1554-2D58-8DDF71A2CF16}"/>
          </ac:inkMkLst>
        </pc:inkChg>
        <pc:inkChg chg="add del mod">
          <ac:chgData name="Visesh Bentula" userId="5243385d4042bccd" providerId="LiveId" clId="{A7B8B178-C59D-4512-96F8-3588EDBDE5D9}" dt="2025-04-22T01:45:15.452" v="146"/>
          <ac:inkMkLst>
            <pc:docMk/>
            <pc:sldMk cId="634929695" sldId="339"/>
            <ac:inkMk id="98" creationId="{3C5D41C4-F609-0C77-1BFC-BF2D472A817C}"/>
          </ac:inkMkLst>
        </pc:inkChg>
        <pc:inkChg chg="add mod">
          <ac:chgData name="Visesh Bentula" userId="5243385d4042bccd" providerId="LiveId" clId="{A7B8B178-C59D-4512-96F8-3588EDBDE5D9}" dt="2025-04-22T01:44:54.422" v="136"/>
          <ac:inkMkLst>
            <pc:docMk/>
            <pc:sldMk cId="634929695" sldId="339"/>
            <ac:inkMk id="100" creationId="{A1C54B60-F146-70D0-5396-9248B188D31A}"/>
          </ac:inkMkLst>
        </pc:inkChg>
        <pc:inkChg chg="add mod">
          <ac:chgData name="Visesh Bentula" userId="5243385d4042bccd" providerId="LiveId" clId="{A7B8B178-C59D-4512-96F8-3588EDBDE5D9}" dt="2025-04-22T01:44:54.422" v="136"/>
          <ac:inkMkLst>
            <pc:docMk/>
            <pc:sldMk cId="634929695" sldId="339"/>
            <ac:inkMk id="101" creationId="{4840F4EB-1981-DA86-1A6E-0636590F4324}"/>
          </ac:inkMkLst>
        </pc:inkChg>
        <pc:inkChg chg="add mod">
          <ac:chgData name="Visesh Bentula" userId="5243385d4042bccd" providerId="LiveId" clId="{A7B8B178-C59D-4512-96F8-3588EDBDE5D9}" dt="2025-04-22T01:44:54.422" v="136"/>
          <ac:inkMkLst>
            <pc:docMk/>
            <pc:sldMk cId="634929695" sldId="339"/>
            <ac:inkMk id="102" creationId="{061D423D-790F-D431-1760-451ADF135861}"/>
          </ac:inkMkLst>
        </pc:inkChg>
        <pc:inkChg chg="add">
          <ac:chgData name="Visesh Bentula" userId="5243385d4042bccd" providerId="LiveId" clId="{A7B8B178-C59D-4512-96F8-3588EDBDE5D9}" dt="2025-04-22T01:45:23.795" v="147" actId="9405"/>
          <ac:inkMkLst>
            <pc:docMk/>
            <pc:sldMk cId="634929695" sldId="339"/>
            <ac:inkMk id="104" creationId="{A03FEBBC-691B-8090-6EC2-A373D69730E0}"/>
          </ac:inkMkLst>
        </pc:inkChg>
        <pc:inkChg chg="add">
          <ac:chgData name="Visesh Bentula" userId="5243385d4042bccd" providerId="LiveId" clId="{A7B8B178-C59D-4512-96F8-3588EDBDE5D9}" dt="2025-04-22T01:45:28.386" v="148" actId="9405"/>
          <ac:inkMkLst>
            <pc:docMk/>
            <pc:sldMk cId="634929695" sldId="339"/>
            <ac:inkMk id="105" creationId="{37801E9B-2847-A3C6-5193-E163DD14E059}"/>
          </ac:inkMkLst>
        </pc:inkChg>
        <pc:inkChg chg="add">
          <ac:chgData name="Visesh Bentula" userId="5243385d4042bccd" providerId="LiveId" clId="{A7B8B178-C59D-4512-96F8-3588EDBDE5D9}" dt="2025-04-22T01:45:32.930" v="149" actId="9405"/>
          <ac:inkMkLst>
            <pc:docMk/>
            <pc:sldMk cId="634929695" sldId="339"/>
            <ac:inkMk id="106" creationId="{A948C0BD-73DD-20D1-44BD-1C6F553A8D27}"/>
          </ac:inkMkLst>
        </pc:inkChg>
        <pc:inkChg chg="add">
          <ac:chgData name="Visesh Bentula" userId="5243385d4042bccd" providerId="LiveId" clId="{A7B8B178-C59D-4512-96F8-3588EDBDE5D9}" dt="2025-04-22T01:45:35.222" v="150" actId="9405"/>
          <ac:inkMkLst>
            <pc:docMk/>
            <pc:sldMk cId="634929695" sldId="339"/>
            <ac:inkMk id="107" creationId="{1DB2AA84-888C-6EDE-0D28-FA768AB4B32F}"/>
          </ac:inkMkLst>
        </pc:inkChg>
        <pc:inkChg chg="add">
          <ac:chgData name="Visesh Bentula" userId="5243385d4042bccd" providerId="LiveId" clId="{A7B8B178-C59D-4512-96F8-3588EDBDE5D9}" dt="2025-04-22T01:46:23.859" v="151" actId="9405"/>
          <ac:inkMkLst>
            <pc:docMk/>
            <pc:sldMk cId="634929695" sldId="339"/>
            <ac:inkMk id="108" creationId="{BE46253B-32AA-3FF9-0BFB-1C6969F0D6A1}"/>
          </ac:inkMkLst>
        </pc:inkChg>
        <pc:inkChg chg="add">
          <ac:chgData name="Visesh Bentula" userId="5243385d4042bccd" providerId="LiveId" clId="{A7B8B178-C59D-4512-96F8-3588EDBDE5D9}" dt="2025-04-22T01:46:27.476" v="152" actId="9405"/>
          <ac:inkMkLst>
            <pc:docMk/>
            <pc:sldMk cId="634929695" sldId="339"/>
            <ac:inkMk id="109" creationId="{BE727A03-B923-14D7-86A4-06A73BEACB99}"/>
          </ac:inkMkLst>
        </pc:inkChg>
        <pc:inkChg chg="add">
          <ac:chgData name="Visesh Bentula" userId="5243385d4042bccd" providerId="LiveId" clId="{A7B8B178-C59D-4512-96F8-3588EDBDE5D9}" dt="2025-04-22T01:47:21.375" v="153" actId="9405"/>
          <ac:inkMkLst>
            <pc:docMk/>
            <pc:sldMk cId="634929695" sldId="339"/>
            <ac:inkMk id="110" creationId="{6A4100CD-8212-8D4C-5543-D1F35F64C618}"/>
          </ac:inkMkLst>
        </pc:inkChg>
        <pc:inkChg chg="add">
          <ac:chgData name="Visesh Bentula" userId="5243385d4042bccd" providerId="LiveId" clId="{A7B8B178-C59D-4512-96F8-3588EDBDE5D9}" dt="2025-04-22T01:47:33.315" v="154" actId="9405"/>
          <ac:inkMkLst>
            <pc:docMk/>
            <pc:sldMk cId="634929695" sldId="339"/>
            <ac:inkMk id="111" creationId="{EC75C3C3-1657-5BE7-5351-D55D2456D43A}"/>
          </ac:inkMkLst>
        </pc:inkChg>
        <pc:inkChg chg="add del">
          <ac:chgData name="Visesh Bentula" userId="5243385d4042bccd" providerId="LiveId" clId="{A7B8B178-C59D-4512-96F8-3588EDBDE5D9}" dt="2025-04-22T01:47:38.241" v="156" actId="9405"/>
          <ac:inkMkLst>
            <pc:docMk/>
            <pc:sldMk cId="634929695" sldId="339"/>
            <ac:inkMk id="112" creationId="{B86E81CA-09B0-7845-DEE2-D0EEEA6DAD10}"/>
          </ac:inkMkLst>
        </pc:inkChg>
        <pc:inkChg chg="add">
          <ac:chgData name="Visesh Bentula" userId="5243385d4042bccd" providerId="LiveId" clId="{A7B8B178-C59D-4512-96F8-3588EDBDE5D9}" dt="2025-04-22T01:47:41.346" v="157" actId="9405"/>
          <ac:inkMkLst>
            <pc:docMk/>
            <pc:sldMk cId="634929695" sldId="339"/>
            <ac:inkMk id="113" creationId="{4F1E0E2A-6031-2121-762D-B24CF6FC9D08}"/>
          </ac:inkMkLst>
        </pc:inkChg>
        <pc:inkChg chg="add mod">
          <ac:chgData name="Visesh Bentula" userId="5243385d4042bccd" providerId="LiveId" clId="{A7B8B178-C59D-4512-96F8-3588EDBDE5D9}" dt="2025-04-22T01:48:08.293" v="161"/>
          <ac:inkMkLst>
            <pc:docMk/>
            <pc:sldMk cId="634929695" sldId="339"/>
            <ac:inkMk id="114" creationId="{E9F6B614-D145-B101-B28F-170ECFA7DE74}"/>
          </ac:inkMkLst>
        </pc:inkChg>
        <pc:inkChg chg="add mod">
          <ac:chgData name="Visesh Bentula" userId="5243385d4042bccd" providerId="LiveId" clId="{A7B8B178-C59D-4512-96F8-3588EDBDE5D9}" dt="2025-04-22T01:48:08.293" v="161"/>
          <ac:inkMkLst>
            <pc:docMk/>
            <pc:sldMk cId="634929695" sldId="339"/>
            <ac:inkMk id="115" creationId="{3F43517F-2964-892B-B8CB-0D5614ED2137}"/>
          </ac:inkMkLst>
        </pc:inkChg>
        <pc:inkChg chg="add mod">
          <ac:chgData name="Visesh Bentula" userId="5243385d4042bccd" providerId="LiveId" clId="{A7B8B178-C59D-4512-96F8-3588EDBDE5D9}" dt="2025-04-22T01:48:08.293" v="161"/>
          <ac:inkMkLst>
            <pc:docMk/>
            <pc:sldMk cId="634929695" sldId="339"/>
            <ac:inkMk id="116" creationId="{2B3FE99E-4E5D-11F9-D5A2-5C5C418C5ACE}"/>
          </ac:inkMkLst>
        </pc:inkChg>
        <pc:inkChg chg="add mod">
          <ac:chgData name="Visesh Bentula" userId="5243385d4042bccd" providerId="LiveId" clId="{A7B8B178-C59D-4512-96F8-3588EDBDE5D9}" dt="2025-04-22T01:48:22.060" v="164"/>
          <ac:inkMkLst>
            <pc:docMk/>
            <pc:sldMk cId="634929695" sldId="339"/>
            <ac:inkMk id="118" creationId="{F80E3C86-954C-1579-7CD6-CA1433210A41}"/>
          </ac:inkMkLst>
        </pc:inkChg>
        <pc:inkChg chg="add mod">
          <ac:chgData name="Visesh Bentula" userId="5243385d4042bccd" providerId="LiveId" clId="{A7B8B178-C59D-4512-96F8-3588EDBDE5D9}" dt="2025-04-22T01:48:22.060" v="164"/>
          <ac:inkMkLst>
            <pc:docMk/>
            <pc:sldMk cId="634929695" sldId="339"/>
            <ac:inkMk id="119" creationId="{84F5A1EE-8FC2-727A-1CF7-E1217C7D111A}"/>
          </ac:inkMkLst>
        </pc:inkChg>
        <pc:inkChg chg="add">
          <ac:chgData name="Visesh Bentula" userId="5243385d4042bccd" providerId="LiveId" clId="{A7B8B178-C59D-4512-96F8-3588EDBDE5D9}" dt="2025-04-22T01:48:33.379" v="165" actId="9405"/>
          <ac:inkMkLst>
            <pc:docMk/>
            <pc:sldMk cId="634929695" sldId="339"/>
            <ac:inkMk id="121" creationId="{A7A77317-589E-CB39-2EA8-6D0F0C9BDA46}"/>
          </ac:inkMkLst>
        </pc:inkChg>
        <pc:inkChg chg="add">
          <ac:chgData name="Visesh Bentula" userId="5243385d4042bccd" providerId="LiveId" clId="{A7B8B178-C59D-4512-96F8-3588EDBDE5D9}" dt="2025-04-22T01:48:37.097" v="166" actId="9405"/>
          <ac:inkMkLst>
            <pc:docMk/>
            <pc:sldMk cId="634929695" sldId="339"/>
            <ac:inkMk id="122" creationId="{6C49002B-81BD-73F6-A0ED-9B83DF23BB90}"/>
          </ac:inkMkLst>
        </pc:inkChg>
        <pc:inkChg chg="add mod">
          <ac:chgData name="Visesh Bentula" userId="5243385d4042bccd" providerId="LiveId" clId="{A7B8B178-C59D-4512-96F8-3588EDBDE5D9}" dt="2025-04-22T01:48:47.713" v="170"/>
          <ac:inkMkLst>
            <pc:docMk/>
            <pc:sldMk cId="634929695" sldId="339"/>
            <ac:inkMk id="123" creationId="{E896EA02-6A4D-17C9-E581-9DB44B22018E}"/>
          </ac:inkMkLst>
        </pc:inkChg>
        <pc:inkChg chg="add mod">
          <ac:chgData name="Visesh Bentula" userId="5243385d4042bccd" providerId="LiveId" clId="{A7B8B178-C59D-4512-96F8-3588EDBDE5D9}" dt="2025-04-22T01:48:47.713" v="170"/>
          <ac:inkMkLst>
            <pc:docMk/>
            <pc:sldMk cId="634929695" sldId="339"/>
            <ac:inkMk id="124" creationId="{49073ABC-8E13-67A1-134E-B2CB27B00E4C}"/>
          </ac:inkMkLst>
        </pc:inkChg>
        <pc:inkChg chg="add mod">
          <ac:chgData name="Visesh Bentula" userId="5243385d4042bccd" providerId="LiveId" clId="{A7B8B178-C59D-4512-96F8-3588EDBDE5D9}" dt="2025-04-22T01:48:47.713" v="170"/>
          <ac:inkMkLst>
            <pc:docMk/>
            <pc:sldMk cId="634929695" sldId="339"/>
            <ac:inkMk id="125" creationId="{1FE11B0C-EB78-9377-9EAC-168C970B71C9}"/>
          </ac:inkMkLst>
        </pc:ink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3E9484-A1AE-4848-978F-DB84137331BF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251DBA-7D26-427F-A8DB-8EB0BE3564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1278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32:34.6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947 55 24575,'-1'4'0,"-1"-1"0,1 1 0,-1-1 0,1 1 0,-1-1 0,0 0 0,0 0 0,0 0 0,-1 0 0,1 0 0,-1-1 0,0 1 0,0-1 0,0 1 0,-5 2 0,-1 3 0,-38 28 0,-80 48 0,95-64 0,-13 6 0,-1-3 0,-65 24 0,74-36 0,0-1 0,-1-1 0,-63 5 0,-45 10 0,125-20 0,17-4 0,1 0 0,-1 0 0,0 1 0,1-1 0,-1 1 0,0 0 0,1 0 0,-1 1 0,1-1 0,0 1 0,-1 0 0,1-1 0,0 1 0,0 1 0,0-1 0,0 0 0,0 1 0,1 0 0,-5 5 0,3 4 0,0 1 0,0 0 0,2 0 0,-1 0 0,2 0 0,0 0 0,0 16 0,-1 17 0,-1-18 0,-6 60 0,4 143 0,6-215 0,2 0 0,-1 0 0,2-1 0,0 1 0,1-1 0,1 0 0,13 25 0,-3-12 0,2 1 0,35 41 0,-23-30 0,28 50 0,-19-29 0,-34-53 0,1-1 0,0 0 0,0 0 0,1 0 0,0-1 0,0 0 0,1-1 0,0 0 0,0 0 0,0 0 0,0-1 0,1 0 0,-1-1 0,1 0 0,0 0 0,0-1 0,0 0 0,0 0 0,1-1 0,16 0 0,6-2 0,1-1 0,-1-2 0,0-1 0,51-15 0,-24 2 0,103-45 0,53-43 0,-67 31 0,-54 28 0,196-83 0,-281 127 0,1-1 0,-1 0 0,1-1 0,-1 1 0,-1-2 0,1 1 0,-1-2 0,0 1 0,10-11 0,-13 12 0,-1-1 0,0 1 0,0-1 0,0 0 0,-1-1 0,0 1 0,0-1 0,-1 1 0,1-1 0,-1 0 0,-1 0 0,1 0 0,-1 0 0,0-8 0,0-6 0,0 0 0,-1 0 0,-1-1 0,-1 1 0,-1 0 0,-1 0 0,-1 1 0,-1-1 0,0 1 0,-2 0 0,-12-24 0,6 18 0,-67-112 0,70 121 0,-2 0 0,0 1 0,-1 1 0,-1 0 0,-25-21 0,-46-33 0,54 41 0,0 2 0,-49-30 0,14 20 0,-78-31 0,115 57 0,-1 2 0,0 1 0,0 1 0,-44-2 0,-9-1 0,1 0-1365,60 9-5461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32:38.9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730 30 24575,'-260'14'0,"11"0"0,222-15 0,15 1 0,-1 0 0,1 0 0,-22 4 0,30-3 0,0 0 0,0 1 0,0-1 0,1 1 0,-1 0 0,0-1 0,1 2 0,0-1 0,-1 0 0,1 1 0,0-1 0,0 1 0,0 0 0,1 0 0,-5 5 0,2 1 0,0 0 0,0 0 0,1 1 0,0-1 0,0 1 0,1 0 0,1 0 0,-3 15 0,-3 89 0,6-51 0,-15 377 0,17-431 0,1 0 0,1 0 0,0 0 0,0-1 0,0 1 0,1 0 0,0-1 0,1 1 0,0-1 0,6 10 0,6 5 0,0-1 0,21 22 0,-28-34 0,1-1 0,1-1 0,-1 1 0,2-2 0,-1 1 0,1-2 0,0 1 0,0-2 0,0 1 0,1-2 0,0 0 0,0 0 0,24 2 0,5-1 0,0-1 0,0-3 0,46-4 0,-59 1 0,0-2 0,0 0 0,0-2 0,52-18 0,-64 18 0,-1-1 0,-1-1 0,1 0 0,-1-1 0,-1-1 0,1 0 0,-2-1 0,1 0 0,17-21 0,-22 19 0,1-1 0,-2 0 0,0 0 0,0-1 0,-1 1 0,-1-2 0,-1 1 0,0-1 0,-1 0 0,0 0 0,1-20 0,0-25 0,-5-103 0,-1 109 0,-2-9 0,-3 0 0,-3 0 0,-21-75 0,28 132 0,-1 1 0,0-1 0,0 1 0,0 0 0,-1 0 0,0 0 0,0 0 0,-1 1 0,0-1 0,1 1 0,-2 0 0,1 1 0,-1-1 0,1 1 0,-1 0 0,0 1 0,-10-5 0,-3-1 0,0 1 0,-1 1 0,0 0 0,-38-6 0,-23 7-1365,57 6-5461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32:41.7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1053 26 24575,'-10'4'0,"-1"0"0,0-1 0,0 0 0,-1-1 0,1 0 0,0-1 0,-21 0 0,-10 1 0,-675 30 0,679-33 0,27-1 0,-1 1 0,1 0 0,0 1 0,0 1 0,0 0 0,0 0 0,0 1 0,-15 4 0,23-4 0,1 0 0,0 0 0,-1 0 0,1 1 0,0-1 0,0 0 0,0 1 0,0 0 0,1-1 0,-1 1 0,1 0 0,-1 0 0,1 0 0,0 0 0,0 0 0,0 0 0,1 0 0,-1 0 0,1 0 0,0 0 0,0 6 0,-1 10 0,2 0 0,3 25 0,-3-38 0,10 66 0,3-2 0,45 134 0,-51-185 0,1-1 0,1 1 0,19 28 0,3 3 0,-22-35 0,0-1 0,21 23 0,13 17 0,-27-31 0,1-2 0,1 0 0,1-2 0,0 0 0,2-1 0,28 19 0,-17-17 0,0-2 0,54 23 0,-39-20 0,-33-15 0,1-1 0,0-1 0,0-1 0,0 0 0,0-1 0,0-1 0,0 0 0,0-1 0,1-1 0,-1-1 0,29-6 0,-39 6 0,1-1 0,0 0 0,-1 0 0,1-1 0,-1 0 0,0 0 0,0 0 0,0-1 0,-1 0 0,0 0 0,0 0 0,0-1 0,-1 1 0,1-1 0,-1 0 0,-1-1 0,1 1 0,4-13 0,-1 1 0,0-1 0,-2-1 0,0 1 0,-1-1 0,3-31 0,-5-40 0,-3 1 0,-15-100 0,6 82 0,9 73 22,2 0 0,1-1 0,2 1 0,15-63-1,5-41-1495,-22 116-5352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32:57.2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0 138 24575,'890'40'0,"-244"-4"0,-399-28 0,893 18 0,-703-52 0,-278 11 0,266 10 0,-208 25 0,56 4 0,1079 4 0,-815-30 0,790 4 0,-767 42 0,-493-38 3,1-2-1,100-8 1,135-29-50,-170 16-91,900-55-1695,7 60 496,-707 10 918,824-53 1195,210 4 1816,-1212 49-2459,0-7-1,201-37 1,-256 33-133,1 4 0,160 7 0,-181 3 0,-32 2 0,54 9 0,-54-5 0,56 1 0,-66-8 0,70 0 0,146 20 0,71 34-1365,-285-49-5461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33:00.0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0 24575,'-1'15'0,"0"-1"0,-2 0 0,0 1 0,0-1 0,-8 19 0,-8 30 0,-3 86 0,12-73 0,2 2 0,4 0 0,9 136 0,-5-206 0,2-1 0,-1 1 0,1 0 0,0-1 0,0 1 0,1-1 0,0 0 0,1 0 0,-1 0 0,1 0 0,1-1 0,-1 1 0,1-1 0,0 0 0,1-1 0,-1 1 0,1-1 0,0 0 0,1 0 0,7 4 0,-9-6 0,0-1 0,1 1 0,-1-1 0,0 0 0,1 0 0,-1-1 0,1 0 0,0 0 0,-1 0 0,1-1 0,0 1 0,0-1 0,-1-1 0,1 1 0,0-1 0,-1 0 0,1 0 0,0-1 0,-1 0 0,1 0 0,-1 0 0,0 0 0,0-1 0,0 0 0,0 0 0,0-1 0,-1 1 0,5-5 0,4-4 0,0 0 0,-2-1 0,1-1 0,-1 0 0,16-28 0,-25 38 0,0 0 0,0-1 0,-1 1 0,1 0 0,-1-1 0,0 1 0,0 0 0,0-1 0,-1 1 0,0-1 0,0 1 0,0-7 0,-1 8 0,0 0 0,0 0 0,0 0 0,0 0 0,-1 0 0,1 0 0,-1 1 0,0-1 0,0 0 0,0 1 0,0-1 0,0 1 0,0 0 0,-1 0 0,1 0 0,-1 0 0,1 0 0,-1 0 0,-4-1 0,-9-5 0,0 2 0,-1 0 0,-27-6 0,-29-9 0,60 16 19,-1 2 0,1 0 0,-1 0 0,-26-1 0,-12-1-1479,23-1-5366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33:18.3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33:52.4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629 2 24575,'-97'-2'0,"-107"5"0,190-2 0,-1 1 0,1 1 0,-1 0 0,1 1 0,0 0 0,0 1 0,0 1 0,1 0 0,0 1 0,0 0 0,-14 12 0,-12 9 0,26-19 0,0 1 0,-23 21 0,32-27 0,0 1 0,0 0 0,0 1 0,1-1 0,0 1 0,0-1 0,0 1 0,1 0 0,0 0 0,0 0 0,-1 7 0,-1 6 0,1 1 0,2 0 0,0 0 0,1 0 0,1 0 0,0-1 0,2 1 0,8 33 0,-8-47 0,0 0 0,0 0 0,0 0 0,1-1 0,0 1 0,0-1 0,0 0 0,1 0 0,-1 0 0,1-1 0,1 0 0,8 6 0,-5-3 0,0 0 0,-1 1 0,9 9 0,-8-7 0,1 0 0,0 0 0,0-1 0,1 0 0,0 0 0,1-2 0,0 1 0,0-1 0,1-1 0,0 0 0,19 5 0,-25-9 0,1 0 0,-1 0 0,1-1 0,0 0 0,-1 0 0,1-1 0,0 0 0,-1-1 0,1 1 0,0-1 0,-1-1 0,1 0 0,-1 0 0,0 0 0,0-1 0,1 0 0,-2 0 0,1-1 0,0 0 0,-1 0 0,1 0 0,6-8 0,-3 3 0,-1-1 0,0 0 0,-1-1 0,0 0 0,-1 0 0,0-1 0,-1 0 0,0 0 0,-1-1 0,6-18 0,-7 13 0,0 0 0,-1 0 0,-1-1 0,0 1 0,-2-1 0,-3-36 0,2 48 0,0 1 0,-1 0 0,1 0 0,-1 0 0,-1 0 0,1 0 0,-1 0 0,0 1 0,0-1 0,-1 1 0,1 0 0,-1 0 0,-1 0 0,1 1 0,0-1 0,-1 1 0,0 0 0,0 0 0,0 1 0,-1 0 0,1-1 0,-1 2 0,0-1 0,0 1 0,-11-4 0,-3 1 0,0 1 0,0 1 0,-1 0 0,1 1 0,0 2 0,-37 2 0,50-1 0,1 0 0,-1 0 0,0 1 0,1 0 0,0 0 0,-1 0 0,1 1 0,0 0 0,0 0 0,-10 7 0,3 1 0,0 1 0,-21 23 0,20-19 0,8-10 0,-1-1 0,1 1 0,-14 7 0,15-10 0,1-1 0,0 0 0,0 1 0,0 0 0,1 0 0,-1 0 0,1 0 0,0 1 0,0-1 0,0 1 0,0 0 0,0 0 0,1 0 0,0 0 0,-1 0 0,0 6 0,0 2-341,1 1 0,1-1-1,0 24 1,1-13-6485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35:43.0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24575,'2'48'0,"10"56"0,-5-55 0,0 50 0,-4-64 0,0 0 0,3-1 0,10 39 0,-8-39 0,0 2 0,3 65 0,-10-73-1365,-2-4-5461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35:44.5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24575,'3'4'0,"-1"-1"0,0 1 0,0 0 0,0 0 0,0 0 0,-1 0 0,0 0 0,0 0 0,0 1 0,0-1 0,0 0 0,-1 8 0,3 8 0,1 0 0,6 29 0,-2 0 0,3 85 0,1 21 0,-1-37 0,3 51 50,2 86-1465,-16-233-5411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35:46.9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24575,'9'12'0,"0"1"0,0 0 0,-1 0 0,-1 1 0,-1 0 0,0 0 0,0 0 0,4 20 0,-3-11 0,65 225 0,-26-79 0,-36-138-119,0 0-193,-1 0 1,-2 0-1,5 50 1,-11-59-6515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36:27.1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24575,'790'22'-176,"-384"-7"-1658,342 3 1448,253 8-1147,1578 7-655,-2327-33 2435,1459-18 4970,398 29-6947,-1369 17 1600,913 47-309,-698-57 2931,-657-19-3397,-275 1-5921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36:34.3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24575,'28'496'0,"-26"-469"0,0 0 0,2-1 0,1 1 0,1-1 0,1 0 0,18 41 0,-17-48 0,-1-1 0,-1 1 0,0 1 0,-2-1 0,4 29 0,-4-21 0,15 52 0,-2-27-1365,-11-29-5461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36:37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0 373 24575,'162'-73'0,"47"-26"0,-140 63 0,2 2 0,116-37 0,-135 56 0,1 1 0,0 3 0,1 3 0,85-4 0,-138 12 0,3 0 0,-1 0 0,1 0 0,0 0 0,0 1 0,0-1 0,-1 1 0,8 2 0,-10-3 0,-1 1 0,1 0 0,0-1 0,0 1 0,0 0 0,-1-1 0,1 1 0,0 0 0,-1 0 0,1 0 0,-1 0 0,1 0 0,-1 0 0,1 0 0,-1 0 0,0 0 0,1 0 0,-1 0 0,0 0 0,0 0 0,0 0 0,1 0 0,-1 0 0,-1 0 0,1 0 0,0 0 0,0 0 0,0 0 0,0 0 0,-1 0 0,1 0 0,0 0 0,-1 0 0,0 1 0,-6 17 0,-1 0 0,-1-1 0,0 0 0,-21 30 0,-59 66 0,25-34 0,8-1 0,28-38 0,-2 0 0,-1-2 0,-46 43 0,71-78 0,1 1 0,-1 0 0,1 0 0,0 1 0,1-1 0,-1 1 0,1 0 0,0 0 0,1 1 0,-1-1 0,1 1 0,1 0 0,-1-1 0,1 1 0,0 1 0,1-1 0,-1 0 0,2 0 0,-1 14 0,2 193-1365,0-183-5461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36:38.9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1 164 24575,'3'-1'0,"1"1"0,0-1 0,-1 0 0,1-1 0,-1 1 0,1 0 0,2-3 0,22-7 0,16 3 0,-1-2 0,0-2 0,62-26 0,-92 33 0,0 1 0,1 0 0,21-3 0,-25 6 0,1-1 0,0 0 0,-1-1 0,0 0 0,1-1 0,16-8 0,8-8-1365,-18 13-5461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36:42.4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24575,'0'5'0,"0"16"0,0 13 0,0 12 0,0 2 0,0-2 0,0-4 0,0-5 0,0-3 0,0-4 0,0-6-8191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36:50.7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24575,'2'31'0,"1"0"0,2 0 0,12 46 0,6 30 0,-8-26 0,-8-45 0,-1 1 0,1 41 0,-8-19 0,0-33 0,0 0 0,5 27 0,-4-49 0,1 1 0,0-1 0,1 1 0,-1-1 0,1 0 0,-1 0 0,1 0 0,1 0 0,-1 0 0,0 0 0,1 0 0,0-1 0,0 1 0,0-1 0,0 0 0,1 0 0,-1 0 0,1-1 0,0 1 0,-1-1 0,1 1 0,0-1 0,1-1 0,-1 1 0,0 0 0,0-1 0,1 0 0,6 1 0,12 1 0,1-1 0,-1-1 0,1-1 0,31-3 0,-13 0 0,-28 3 0,0-1 0,0 0 0,0-1 0,-1-1 0,20-5 0,-30 7 0,1-1 0,0 0 0,0 0 0,0 0 0,-1 0 0,1-1 0,-1 1 0,0-1 0,0 0 0,0 0 0,0 0 0,0 0 0,-1 0 0,1-1 0,-1 1 0,0-1 0,0 0 0,0 1 0,0-1 0,-1 0 0,0 0 0,2-6 0,-2 4 0,0 0 0,0 1 0,0-1 0,0 0 0,-1 0 0,0 0 0,0 0 0,-1 1 0,0-1 0,0 0 0,0 0 0,-1 1 0,1-1 0,-2 1 0,1-1 0,0 1 0,-1 0 0,0 0 0,0 0 0,-1 0 0,1 1 0,-1-1 0,0 1 0,0 0 0,0 0 0,-1 0 0,1 1 0,-1-1 0,0 1 0,0 0 0,-11-4 0,-12-5-170,0 1-1,-1 2 0,0 0 1,0 2-1,-1 1 0,1 2 1,-45-2-1,45 6-6655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36:53.7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446 0 24575,'-76'139'0,"-67"141"0,65-125 0,56-115 0,16-27 0,1 1 0,0 0 0,-5 22 0,-4 14 0,-6 15 0,-16 83 0,15-53 0,18-86 0,1 1 0,1-1 0,-1 0 0,1 1 0,1-1 0,0 0 0,0 1 0,3 15 0,-2-21 0,1-1 0,-1 1 0,0-1 0,1 0 0,-1 1 0,1-1 0,0 0 0,0 0 0,1 0 0,-1 0 0,0 0 0,1-1 0,0 1 0,0-1 0,0 0 0,0 0 0,0 0 0,0 0 0,0 0 0,1 0 0,-1-1 0,0 0 0,1 0 0,7 2 0,-1-1 0,-1-1 0,1 0 0,0-1 0,0 0 0,0 0 0,0-1 0,0-1 0,0 1 0,-1-2 0,1 1 0,-1-1 0,1-1 0,-1 1 0,0-2 0,0 1 0,-1-1 0,1-1 0,-1 1 0,13-13 0,9-11 0,0 0 0,-3-2 0,34-47 0,-42 53 0,147-193 0,-162 212 0,0 1 0,-1 0 0,1-1 0,-1 0 0,0 0 0,0 0 0,-1 0 0,3-8 0,-5 12 0,1-1 0,-1 1 0,0 0 0,1 0 0,-1 0 0,0-1 0,-1 1 0,1 0 0,0 0 0,-1-1 0,1 1 0,-1 0 0,0 0 0,1 0 0,-1 0 0,0 0 0,0 0 0,-1 0 0,1 0 0,0 1 0,-1-1 0,1 0 0,-1 1 0,1-1 0,-1 1 0,0-1 0,-2-1 0,-9-6 0,0 1 0,0 1 0,0 0 0,-1 0 0,0 2 0,0 0 0,-1 0 0,0 1 0,0 1 0,1 0 0,-2 1 0,1 1 0,-28 1 0,22 2-227,1 0-1,0 1 1,1 1-1,-1 1 1,-32 13-1,28-8-6598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37:07.2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24575,'4'5'0,"1"1"0,-1 0 0,-1 0 0,1 0 0,-1 1 0,0-1 0,0 1 0,2 9 0,10 55 0,-7 11 0,-4 1 0,-6 93 0,-1-35 0,3-80-1365,0-36-5461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37:09.5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24575,'0'510'-1365,"0"-486"-5461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37: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24575,'0'1023'-1365,"0"-1001"-5461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37:13.7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1 24575,'3'4'0,"0"0"0,-1 0 0,1 0 0,-1 0 0,0 1 0,0-1 0,0 1 0,-1-1 0,0 1 0,1 0 0,-1 9 0,2 54 0,-3-66 0,-4 53 0,-20 101 0,13-98 0,-5 83 0,13-114 66,-9 45-1,0-1-1561,10-50-5330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37:19.1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24575,'1'15'0,"1"-1"0,0 1 0,5 15 0,3 26 0,-1 434 0,-12-288 0,3-147-1365,0-31-5461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37:21.1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24575,'1'5'0,"1"-1"0,0 0 0,0 0 0,0 0 0,1 0 0,-1 0 0,1-1 0,0 1 0,0-1 0,0 0 0,1 0 0,-1 0 0,5 3 0,6 7 0,20 18 0,0-2 0,2-2 0,72 42 0,-83-56 0,2-2 0,-1-1 0,1-1 0,1-1 0,0-1 0,28 3 0,55 14 0,-102-22 0,-1 0 0,0 1 0,-1 0 0,1 0 0,0 0 0,-1 1 0,0 1 0,12 8 0,-16-10 0,0 0 0,0 1 0,-1 0 0,1 0 0,-1 0 0,1 0 0,-1 0 0,-1 0 0,1 0 0,-1 1 0,1-1 0,-1 1 0,0-1 0,-1 1 0,1-1 0,-1 1 0,0 0 0,0 4 0,-1 5 0,0 0 0,-1-1 0,-1 1 0,0-1 0,-1 0 0,0 0 0,-1 0 0,-9 18 0,-8 9 0,-34 45 0,-4 7 0,-48 92 0,103-175-341,0 0 0,0 1-1,-5 15 1,4-4-6485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37:22.8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24575,'9'0'0,"14"0"0,7 0 0,3 0 0,5 0 0,2 0 0,-6 4 0,-4 3 0,-3 4 0,-5 0-8191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38:50.3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39:26.1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24575,'1'0'0,"0"1"0,0-1 0,0 1 0,-1-1 0,1 1 0,0-1 0,-1 1 0,1-1 0,0 1 0,-1 0 0,1-1 0,-1 1 0,1 0 0,-1 0 0,1-1 0,-1 1 0,0 0 0,1 0 0,-1 0 0,1 1 0,7 23 0,-7-19 0,10 41 0,-2 0 0,-3 1 0,1 89 0,-3-50 0,9 20 102,0 14-1569,-12-92-5359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39:28.8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24575,'419'0'0,"-414"0"0,0 0 0,-1 0 0,1 0 0,-1 1 0,1 0 0,-1 0 0,1 0 0,-1 0 0,0 1 0,1-1 0,-1 1 0,7 5 0,-8-5 0,-1 0 0,1 1 0,-1-1 0,0 1 0,0 0 0,-1-1 0,1 1 0,0 0 0,-1 0 0,0 0 0,1 0 0,-1 1 0,-1-1 0,1 0 0,0 0 0,-1 1 0,1-1 0,-1 5 0,-1 12 0,0 1 0,-1-1 0,-9 38 0,-3 24 0,13-71 0,0 0 0,-1 0 0,-1 0 0,1 0 0,-2-1 0,1 1 0,-2-1 0,-10 19 0,11-21-151,1 0-1,0 0 0,0 1 0,0-1 1,1 1-1,0 0 0,1-1 1,-1 12-1,1 3-6674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39:30.8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24575,'7'9'0,"-1"1"0,0-1 0,-1 1 0,0 1 0,0-1 0,-1 1 0,2 10 0,5 16 0,-1 1 0,-2 0 0,-2 0 0,-2 0 0,0 49 0,-5 26-1365,1-89-5461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39:32.4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24575,'9'7'0,"0"-1"0,1 1 0,-1-1 0,1-1 0,0 0 0,1 0 0,11 3 0,27 13 0,-29-12 0,0 0 0,1-2 0,0 0 0,42 7 0,91 5 0,-133-18 0,209 5-784,-210-7 203,4 1-6245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39:40.1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24575,'11'13'0,"-1"1"0,0 0 0,-2 0 0,1 1 0,-2 0 0,0 0 0,6 22 0,4 5 0,-1-1 0,-3 0 0,14 68 0,-7-20 0,0 1 0,-5 1 0,5 112 0,-15 69-448,-6-226-469,1-23-5909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39:42.2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24575,'2'1'0,"0"0"0,0-1 0,0 1 0,0 0 0,0 0 0,0 0 0,-1 0 0,1 1 0,0-1 0,-1 0 0,1 1 0,-1-1 0,1 1 0,-1-1 0,2 4 0,8 6 0,22 12 0,1-2 0,0-1 0,2-2 0,69 26 0,-81-35 0,-7-3 0,1 0 0,0-1 0,0-1 0,35 3 0,71-5 0,-9-1 0,-111-1 0,1 0 0,0 1 0,0-1 0,0 1 0,-1 0 0,1 0 0,0 1 0,-1 0 0,1 0 0,-1 0 0,0 0 0,0 0 0,8 6 0,-9-4 0,-1-1 0,1 1 0,0-1 0,-1 1 0,0 0 0,0 0 0,0 0 0,-1 0 0,1 0 0,-1 0 0,0 0 0,0 1 0,0-1 0,-1 0 0,1 7 0,-2 257 0,-2-114 0,3-126-108,0 24-311,-1 0 0,-15 91 0,11-118-6407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42:15.78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61371.8125"/>
      <inkml:brushProperty name="anchorY" value="-13484.02832"/>
      <inkml:brushProperty name="scaleFactor" value="0.5"/>
    </inkml:brush>
  </inkml:definitions>
  <inkml:trace contextRef="#ctx0" brushRef="#br0">1 0 24575,'0'0'0,"0"5"0,0 7 0,5 11 0,1 5 0,0 3 0,-1 7 0,-2 0 0,-1-1 0,-1-1 0,0-3 0,-1-2 0,5-7 0,1 11 0,-1-1 0,0 0 0,-2 0 0,-1-1 0,-1-2 0,0-1 0,-1 4 0,6-5 0,-1-1 0,1-1 0,-1-1 0,-2 1 0,0-5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42:24.92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63606.79297"/>
      <inkml:brushProperty name="anchorY" value="-17092.98242"/>
      <inkml:brushProperty name="scaleFactor" value="0.5"/>
    </inkml:brush>
  </inkml:definitions>
  <inkml:trace contextRef="#ctx0" brushRef="#br0">254 3 24575,'0'0'0,"-5"0"0,-7 0 0,-5 0 0,-10 0 0,-5 0 0,-7 0 0,5 5 0,7 7 0,3-1 0,6 5 0,6 4 0,5 3 0,9 2 0,9 2 0,6 1 0,6-5 0,3 0 0,3-5 0,0-6 0,1-4 0,0-4 0,-1 4 0,0-2 0,0-1 0,0-1 0,-1-2 0,0-1 0,0 6 0,0-1 0,1 6 0,-1-2 0,0-1 0,-5 9 0,-1-2 0,0 9 0,-4 3 0,1 2 0,-5 1 0,-3 0 0,-4 5 0,-3 0 0,-2-1 0,-2-2 0,0-1 0,-1-2 0,0 0 0,1 4 0,-1 0 0,1 0 0,-6-2 0,-5-6 0,-1-2 0,-4 0 0,-3-6 0,-4 1 0,4 7 0,-3-4 0,-11-3 0,-3-6 0,-1-5 0,1-3 0,1-3 0,3-2 0,6-6 0,3-1 0,0-5 0,5-11 0,0 2 0,4-4 0,-3-1 0,5-1 0,2-6 0,3-1 0,3 0 0,-3 1 0,1 1 0,0 1 0,2 2 0,1 0 0,2 1 0,0-1 0,1 1 0,5 6 0,1 0 0,6 5 0,-1 0 0,4 4 0,4-3 0,3 4 0,-3-3 0,2 3 0,1 2 0,-4-2 0,1 2 0,2 2 0,2-3 0,2 2 0,1-4 0,2 2 0,-6-4 0,-5-3 0,-6-3 0,-4-4 0,-4-1 0,-3-2 0,0 0 0,-7 5 0,-5 6 0,-6 5 0,-5 6 0,3-3 0,-2 2 0,5-4 0,-2 1 0,4-4 0,-1 3 0,-3 1 0,-2-2 0,-3 1 0,4-2 0,-1 1 0,-1 3 0,-2 2 0,-2 3 0,0 2 0,-2 1 0,0 1 0,6 6 0,5 6 0,11 0 0,6 5 0,8-3 0,2 3 0,5-3 0,4-3 0,-1 2 0,-4 3 0,-4-2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42:31.30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62441.48828"/>
      <inkml:brushProperty name="anchorY" value="-16220.49902"/>
      <inkml:brushProperty name="scaleFactor" value="0.5"/>
    </inkml:brush>
  </inkml:definitions>
  <inkml:trace contextRef="#ctx0" brushRef="#br0">0 0 24575,'0'0'0,"0"5"0,0 7 0,0 6 0,0 9 0,0 10 0,0 2 0,0 6 0,0-1 0,0-4 0,0-2 0,0 2 0,6-3 0,-1-2 0,1-1 0,-1-3 0,-2-2 0,0 6 0,-2-1 0,-1-1 0,6-6 0,-1-1 0,1-2 0,-2 1 0,0-6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42:35.07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63510.98047"/>
      <inkml:brushProperty name="anchorY" value="-17970.4043"/>
      <inkml:brushProperty name="scaleFactor" value="0.5"/>
    </inkml:brush>
  </inkml:definitions>
  <inkml:trace contextRef="#ctx0" brushRef="#br0">287 58 24575,'0'0'0,"-5"0"0,-7 0 0,-5 0 0,0 6 0,-2 0 0,-3-1 0,-2 0 0,-2-1 0,-1 3 0,4 6 0,1-1 0,-1-1 0,4 3 0,6 3 0,4 3 0,4 3 0,2 3 0,3 2 0,6-6 0,0 1 0,6-5 0,0 0 0,3-4 0,4-4 0,-2 2 0,2-2 0,2 8 0,2-1 0,2-3 0,1-3 0,-4 2 0,1-2 0,0 2 0,1 4 0,1-2 0,1-3 0,-4 2 0,0-3 0,-6 4 0,2-4 0,2-1 0,-10 13 0,-9 4 0,-10 4 0,-8-4 0,-6-1 0,-3 0 0,-3-6 0,-1-5 0,-1-6 0,2-3 0,-1-4 0,7-7 0,0-1 0,0-1 0,0 1 0,3-4 0,6-4 0,4-10 0,10 1 0,3-3 0,8 0 0,6 4 0,4-5 0,4-2 0,2 6 0,-4-1 0,1-6 0,0 6 0,0 3 0,-4 2 0,-5-1 0,1 3 0,1-6 0,-2-3 0,1-7 0,4-2 0,7-6 0,-2 1 0,-4 2 0,-6 2 0,-11 8 0,-10 8 0,-9 2 0,-12 6 0,-5-2 0,-3 3 0,1 3 0,0 3 0,2 2 0,6 1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43:51.73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63906.19922"/>
      <inkml:brushProperty name="anchorY" value="-20341.08789"/>
      <inkml:brushProperty name="scaleFactor" value="0.5"/>
    </inkml:brush>
  </inkml:definitions>
  <inkml:trace contextRef="#ctx0" brushRef="#br0">315 1 24575,'0'0'0,"5"0"0,7 0 0,5 5 0,0 7 0,2-1 0,-2 5 0,-5 4 0,3-3 0,-4 2 0,-3 3 0,3 1 0,-2 2 0,4 2 0,-2 1 0,-2 0 0,3-5 0,-3 0 0,-1 5 0,-2 2 0,-2 0 0,-3 1 0,0 0 0,-1-1 0,0 5 0,-1 5 0,1 0 0,0-1 0,-1-2 0,-10-4 0,-6 10 0,-6-1 0,-4-8 0,-1-7 0,-2-4 0,0-7 0,0-6 0,1-4 0,0-3 0,-6-3 0,-5-6 0,0-6 0,2-7 0,1-4 0,3-8 0,8-3 0,8-1 0,6 1 0,6-5 0,9 8 0,9 6 0,-12 25 0,1-1 0,0 0 0,1 0 0,-1 0 0,0 0 0,0 0 0,0 0 0,1 0 0,-1 1 0,0-1 0,1 0 0,-1 1 0,2-1 0,26-3 0,4 4 0,1 4 0,1-1 0,-2 1 0,-1 4 0,-1 0 0,-2 5 0,-6 3 0,-1 0 0,1-3 0,0-4 0,-4 3 0,1 2 0,1-1 0,2-2 0,1-3 0,-3 8 0,0-2 0,2-1 0,-5 2 0,1-2 0,-4-4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43:57.70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65211.58203"/>
      <inkml:brushProperty name="anchorY" value="-22192.77539"/>
      <inkml:brushProperty name="scaleFactor" value="0.5"/>
    </inkml:brush>
  </inkml:definitions>
  <inkml:trace contextRef="#ctx0" brushRef="#br0">0 1 24575,'0'0'0,"0"4"0,6 3 0,0 4 0,5 0 0,6-2 0,-2 3 0,3-1 0,3-3 0,2-2 0,3 4 0,1-3 0,1 0 0,0-2 0,1-2 0,0-2 0,-1 0 0,1-1 0,-1 0 0,-5 5 0,-6 7 0,-6 10 0,-5 6 0,-3 3 0,-8-5 0,-7 1 0,-6 4 0,-11 6 0,-3 7 0,-3-1 0,1-1 0,1-4 0,1-9 0,2-8 0,17-8 0,14-13 0,-1 0 0,0 1 0,0-1 0,0 0 0,0 0 0,0 0 0,0 1 0,0-1 0,0 0 0,0 0 0,0 0 0,0 1 0,0-1 0,0 0 0,0 0 0,0 0 0,0 1 0,0-1 0,0 0 0,0 0 0,0 0 0,0 0 0,0 1 0,0-1 0,1 0 0,-1 0 0,0 0 0,0 0 0,0 0 0,0 1 0,0-1 0,1 0 0,-1 0 0,0 0 0,0 0 0,0 0 0,0 0 0,1 0 0,-1 0 0,0 0 0,0 1 0,0-1 0,1 0 0,-1 0 0,0 0 0,0 0 0,0 0 0,1 0 0,-1 0 0,18-3 0,3-9 0,4-1 0,2-5 0,1 3 0,1 2 0,0-2 0,0 3 0,0 3 0,0 3 0,-1 3 0,-5 7 0,-1 1 0,-5 7 0,6-1 0,-4 5 0,-3 3 0,-5 3 0,-4 3 0,-3 1 0,-2 3 0,-2-1 0,-1 1 0,0 0 0,0 0 0,-5-6 0,-12-1 0,-11 6 0,-4 2 0,-3-5 0,0-6 0,1-5 0,2-6 0,2-5 0,2-1 0,0-3 0,1 0 0,-6 0 0,0 0 0,1 0 0,6 1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44:23.75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66350.76563"/>
      <inkml:brushProperty name="anchorY" value="-24111.80469"/>
      <inkml:brushProperty name="scaleFactor" value="0.5"/>
    </inkml:brush>
  </inkml:definitions>
  <inkml:trace contextRef="#ctx0" brushRef="#br0">0 89 24575,'0'0'0,"10"-5"0,9-2 0,-2-4 0,4 1 0,2-5 0,2 2 0,8 2 0,0 3 0,1 4 0,-1 1 0,-1 2 0,-1 1 0,-1 0 0,-1 1 0,-1-1 0,1 1 0,-2-1 0,1 0 0,0 12 0,1 5 0,-7 12 0,-5 3 0,-6 3 0,-5 0 0,-3 9 0,-2 0 0,-2-2 0,0 3 0,-6-4 0,1 3 0,-7-2 0,-4-10 0,2-2 0,-4-4 0,-1-6 0,-4 0 0,-1 0 0,4 1 0,-1-3 0,-1-4 0,-1-5 0,-1-3 0,-2-3 0,-6-2 0,-1-7 0,0-1 0,1 1 0,1-5 0,2-5 0,6-3 0,1 1 0,12 3 0,10 5 0,11 3 0,8 4 0,6 1 0,15 2 0,2 1 0,1-1 0,-2 1 0,-4 0 0,-2-1 0,-2 1 0,-2 4 0,-2 1 0,-5 5 0,-2 0 0,1-2 0,-5 3 0,2-1 0,-5 3 0,3-2 0,1-3 0,4-2 0,-4-3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44:27.22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67985.27344"/>
      <inkml:brushProperty name="anchorY" value="-25719.07617"/>
      <inkml:brushProperty name="scaleFactor" value="0.5"/>
    </inkml:brush>
  </inkml:definitions>
  <inkml:trace contextRef="#ctx0" brushRef="#br0">337 1 24575,'0'0'0,"-10"0"0,-9 0 0,1 5 0,3 7 0,-2-1 0,-2 0 0,-3 2 0,-8 4 0,-2 4 0,-1 8 0,6 3 0,1-4 0,1-6 0,5-2 0,6 1 0,5 1 0,9-4 0,4 1 0,2 2 0,4 2 0,1 1 0,-2 3 0,3-6 0,10-4 0,-2 0 0,3 1 0,2-3 0,1-4 0,1-3 0,1-3 0,-6-8 0,1-2 0,0-1 0,-5-5 0,-4-5 0,-5-4 0,-4-4 0,-3-2 0,-1-2 0,-1-1 0,-1 0 0,0 0 0,0 0 0,0 0 0,1 1 0,0-1 0,0 12 0,0 12 0,0 11 0,0 10 0,0 6 0,0 5 0,5 3 0,1 6 0,0 6 0,-1 5 0,-2-1 0,-1 3 0,-1 7 0,5-3 0,0-4 0,0-7 0,-2-4 0,-1-5 0,-1-2 0,5-8 0,-1 4 0,0 0 0,-1 1 0,-2 1 0,-1 0 0,-1-6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44:47.484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74713.58594"/>
      <inkml:brushProperty name="anchorY" value="-32892.55078"/>
      <inkml:brushProperty name="scaleFactor" value="0.5"/>
    </inkml:brush>
  </inkml:definitions>
  <inkml:trace contextRef="#ctx0" brushRef="#br0">0 372 24575,'0'0'0,"19"-10"0,19-14 0,30-5 0,26-9 0,26-2 0,11-4 0,19 7 0,-11 2 0,12 4 0,-19 8 0,-12 1 0,-7 6 0,-10 5 0,-14 4 0,-10 4 0,1 2 0,-6 6 0,1 2 0,1 0 0,2 10 0,-8-1 0,0 4 0,8-3 0,-3 1 0,3-2 0,8-5 0,1 2 0,-10-3 0,0-2 0,-1-2 0,-4 2 0,-10 0 0,2-2 0,-9-2 0,-7 5 0,-1-2 0,-1 6 0,-3-3 0,8 0 0,2 2 0,-4-2 0,8 4 0,7-2 0,-5 3 0,5 3 0,5-3 0,5 4 0,-7-5 0,-3-2 0,2 1 0,-8-2 0,-7-3 0,-7-2 0,-7-3 0,-5-1 0,3 4 0,4 0 0,0-1 0,-2-1 0,15-1 0,-2-1 0,4-1 0,7-1 0,1 0 0,6 0 0,-1 0 0,-1-1 0,9 7 0,-2-1 0,-2 1 0,2-1 0,-3-2 0,-9-1 0,-4 0 0,-8-2 0,10 0 0,1 0 0,0 0 0,12-1 0,6 1 0,-2 0 0,14-6 0,-3 1 0,0-1 0,6 1 0,-13-4 0,0-5 0,-8 1 0,1 2 0,-10-3 0,-9 3 0,-4 2 0,-7 3 0,-4 2 0,-6-4 0,-2 2 0,-2 0 0,-2 2 0,-6-4 0,1 0 0,0-4 0,0 1 0,3 2 0,6-3 0,2-4 0,0-9 0,6-4 0,10-3 0,-1 0 0,-2 0 0,-4 1 0,-10 7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44:49.93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82888.45313"/>
      <inkml:brushProperty name="anchorY" value="-33603.52734"/>
      <inkml:brushProperty name="scaleFactor" value="0.5"/>
    </inkml:brush>
  </inkml:definitions>
  <inkml:trace contextRef="#ctx0" brushRef="#br0">418 0 24575,'0'0'0,"5"0"0,13 0 0,5 0 0,5 0 0,-3 6 0,5 5 0,-4 7 0,-6 4 0,-6 3 0,-6 3 0,-3 0 0,-4 2 0,-1-1 0,-1 0 0,-6-5 0,0-1 0,-5-1 0,-5 8 0,2 0 0,-3-3 0,2-2 0,-2-5 0,4 0 0,-2-6 0,-3 3 0,-2-5 0,-3-3 0,-8-3 0,-12-2 0,-1-8 0,-6-1 0,3-2 0,5-3 0,4 0 0,-2 1 0,4-3 0,12 2 0,15 2 0,10 8 0,0 0 0,0 0 0,0 0 0,0-1 0,0 1 0,0 0 0,0 0 0,0 0 0,0 0 0,0-1 0,0 1 0,0 0 0,0 0 0,0 0 0,0-1 0,0 1 0,0 0 0,0 0 0,1 0 0,-1 0 0,0-1 0,0 1 0,0 0 0,0 0 0,0 0 0,0 0 0,0 0 0,1-1 0,-1 1 0,0 0 0,0 0 0,0 0 0,0 0 0,1 0 0,-1 0 0,0 0 0,0 0 0,0 0 0,1 0 0,-1 0 0,14 1 0,9 3 0,4 7 0,3 10 0,1 0 0,0 9 0,-6 2 0,-1-4 0,-6-1 0,0-7 0,1-5 0,-3-1 0,7-3 0,2-4 0,3-2 0,1-8 0,-5-7 0,0-7 0,0 0 0,5-3 0,3 4 0,0 3 0,0 4 0,-1 3 0,-1 4 0,-6 1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44:53.50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84154.23438"/>
      <inkml:brushProperty name="anchorY" value="-35181.29297"/>
      <inkml:brushProperty name="scaleFactor" value="0.5"/>
    </inkml:brush>
  </inkml:definitions>
  <inkml:trace contextRef="#ctx0" brushRef="#br0">318 1 24575,'0'0'0,"-4"0"0,-14 5 0,-11 1 0,-15 0 0,-4 4 0,1 0 0,9 4 0,4-3 0,9 5 0,9 2 0,7 9 0,5 9 0,2 8 0,3 0 0,1 4 0,-1 8 0,1-3 0,-1-4 0,-1-5 0,7-6 0,4-10 0,1-3 0,5-8 0,2-6 0,4-4 0,2-4 0,2-3 0,1-6 0,-4-6 0,-1-12 0,0-5 0,1-9 0,-5 0 0,-4-1 0,0 8 0,-3 3 0,-4 2 0,-2 0 0,-3 1 0,-2-1 0,-1-1 0,0 0 0,-1 10 0,1 12 0,-1 12 0,1 8 0,0 8 0,-1 4 0,1 2 0,0 1 0,0 1 0,0-1 0,0 0 0,0-1 0,0-1 0,0 1 0,0-1 0,0 1 0,0-1 0,0 0 0,0 0 0,0 0 0,0 0 0,0 1 0,0-1 0,0 5 0,0 2 0,0-1 0,0-1 0,6-7 0,0-2 0,0 0 0,-1 5 0,-1 2 0,4-5 0,-1 0 0,-1-1 0,-1-5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45:23.7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24575,'0'27'0,"1"1"0,9 50 0,9 82 0,-15-107 0,17 82 0,-11-94-455,-2 1 0,3 45 0,-9-61-6371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45:28.3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24575,'0'455'0,"0"-453"0,0 5 0,0 0 0,1-1 0,-1 1 0,1 0 0,3 10 0,-4-16 0,1 0 0,-1 0 0,1 1 0,-1-1 0,1 0 0,0 0 0,0 0 0,-1 1 0,1-1 0,0 0 0,0 0 0,0 0 0,0-1 0,0 1 0,0 0 0,0 0 0,1 0 0,-1-1 0,0 1 0,0-1 0,1 1 0,-1-1 0,0 1 0,0-1 0,1 0 0,-1 0 0,1 1 0,-1-1 0,0 0 0,1 0 0,-1 0 0,0-1 0,1 1 0,1 0 0,9-4 0,1 1 0,-1-1 0,0-1 0,0 0 0,-1-1 0,1 0 0,13-10 0,-15 10 0,21-10 0,-24 13 0,0 0 0,-1-1 0,1 0 0,-1 0 0,10-8 0,-13 9 0,16-16 0,0 2 0,1 1 0,0 0 0,40-22 0,-58 37 0,2-1 0,-1 1 0,1-1 0,-1 0 0,1 0 0,-1 0 0,6-5 0,-9 6 0,1 1 0,-1 0 0,0-1 0,0 1 0,0 0 0,1-1 0,-1 1 0,0 0 0,0-1 0,0 1 0,0-1 0,0 1 0,0 0 0,0-1 0,0 1 0,0-1 0,0 1 0,0 0 0,0-1 0,0 1 0,0-1 0,0 1 0,0 0 0,0-1 0,0 1 0,-1-1 0,-14-12 0,4 7 0,0-1 0,1 0 0,0-1 0,0 0 0,1-1 0,0 0 0,1-1 0,0 1 0,0-1 0,1-1 0,0 0 0,-8-17 0,9 18 0,0 0 0,-1 1 0,-1 0 0,1 0 0,-1 1 0,-16-13 0,8 7 0,7 4 0,4 6 0,1 0 0,0-1 0,-1 1 0,0 1 0,-9-7 0,13 10 0,0 0 0,0-1 0,0 1 0,0 0 0,0-1 0,0 1 0,0 0 0,0 0 0,0 0 0,0 0 0,0 0 0,0 0 0,0 0 0,0 0 0,0 1 0,0-1 0,0 0 0,0 1 0,0-1 0,0 0 0,0 1 0,0-1 0,1 1 0,-1-1 0,0 1 0,0 0 0,0-1 0,1 1 0,-1 0 0,0-1 0,1 1 0,-1 0 0,1 0 0,-1 0 0,1 0 0,-1 0 0,1 0 0,0-1 0,-1 1 0,1 0 0,0 0 0,-1 2 0,-2 8 0,0-1 0,1 2 0,0-1 0,1 0 0,-1 22 0,8 58 0,-6-85 0,19 118 0,-10-79 0,-4-24 0,1 1 0,1 0 0,16 34 0,-13-36 0,-2 1 0,0 0 0,7 34 0,-1 8 0,-8-36 0,-1 0 0,4 50 0,-9-21-1365,0-32-5461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45:32.9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24575,'0'4'0,"0"1"0,0-1 0,1 1 0,0-1 0,0 1 0,0-1 0,0 1 0,1-1 0,0 0 0,0 0 0,0 0 0,0 0 0,1 0 0,-1 0 0,4 3 0,0-2 0,-1 0 0,1 0 0,0 0 0,0-1 0,0 0 0,0 0 0,1 0 0,10 3 0,3 0 0,0-1 0,0-1 0,0-1 0,1-1 0,34 1 0,47-5 0,27 1 0,-125 0 0,0 1 0,0 0 0,0 0 0,-1 0 0,1 0 0,0 0 0,-1 1 0,1 0 0,-1-1 0,0 1 0,1 1 0,-1-1 0,0 0 0,0 1 0,3 3 0,-1-1 0,-1 1 0,1 1 0,-1-1 0,0 0 0,0 1 0,-1 0 0,4 10 0,-3-4 0,0 0 0,-1 0 0,-1 0 0,0 0 0,0 1 0,-2-1 0,1 1 0,-3 18 0,-5 19 0,7-51 0,0 0 0,0 0 0,0 1 0,0-1 0,0 0 0,0 0 0,0 1 0,0-1 0,0 0 0,0 0 0,0 1 0,0-1 0,0 0 0,0 0 0,0 1 0,0-1 0,0 0 0,0 0 0,0 1 0,0-1 0,0 0 0,0 0 0,0 1 0,1-1 0,-1 0 0,0 0 0,0 0 0,0 0 0,0 1 0,1-1 0,-1 0 0,0 0 0,0 0 0,0 0 0,1 1 0,-1-1 0,0 0 0,0 0 0,1 0 0,-1 0 0,0 0 0,0 0 0,1 0 0,-1 0 0,0 0 0,0 0 0,1 0 0,-1 0 0,0 0 0,0 0 0,1 0 0,-1 0 0,0 0 0,0 0 0,1 0 0,-1 0 0,0-1 0,0 1 0,0 0 0,1 0 0,-1 0 0,0-1 0,1 1 0,-1 0 0,0 0 0,1 0 0,-1-1 0,0 1 0,1 0 0,-1 0 0,0 0 0,1 0 0,-1 0 0,1 0 0,-1 0 0,0 0 0,1 0 0,-1 0 0,1 0 0,-1 0 0,0 0 0,1 0 0,-1 0 0,0 0 0,1 0 0,-1 0 0,0 0 0,1 1 0,-1-1 0,0 0 0,1 0 0,-1 0 0,0 1 0,1-1 0,-1 0 0,0 0 0,0 1 0,1-1 0,-1 0 0,0 1 0,0-1 0,1 0 0,-1 1 0,2 8 0,-1-1 0,0 1 0,0 0 0,-1-1 0,0 1 0,-1 0 0,0-1 0,-2 12 0,0 5 0,-3 12 0,-1-1 0,-2 1 0,-1-2 0,-2 1 0,-2-2 0,0 0 0,-3 0 0,-35 53 0,43-73 0,0-1 0,-1-1 0,-16 16 0,22-24 0,0 0 0,-1-1 0,1 1 0,-1-1 0,1 0 0,-1-1 0,0 1 0,0-1 0,0 0 0,0 0 0,-1 0 0,1-1 0,-7 2 0,10-3 0,0-1 0,0 1 0,0 0 0,0-1 0,1 1 0,-1-1 0,0 1 0,0-1 0,1 0 0,-1 0 0,0 0 0,1 0 0,-1 0 0,1 0 0,-1 0 0,1-1 0,0 1 0,-1-1 0,1 1 0,0 0 0,0-1 0,0 0 0,0 1 0,0-1 0,0 0 0,1 1 0,-1-1 0,1 0 0,-1 0 0,1 0 0,-1-2 0,-1-5 0,1 0 0,-1 1 0,2-1 0,-1 0 0,2-14 0,0 11 0,0-1 0,1 1 0,1 0 0,0 0 0,1 1 0,0-1 0,1 1 0,0-1 0,0 1 0,1 1 0,1-1 0,0 1 0,0 0 0,1 1 0,0 0 0,1 0 0,0 1 0,0 0 0,16-10 0,-22 16 0,0 1 0,0 0 0,1 0 0,-1 0 0,0 0 0,0 1 0,1-1 0,-1 1 0,1 0 0,-1 0 0,0 0 0,1 0 0,-1 0 0,1 1 0,-1 0 0,0 0 0,1 0 0,-1 0 0,0 0 0,0 0 0,0 1 0,4 2 0,7 5 0,1 1 0,-2 0 0,16 15 0,-13-11 0,-9-6 0,0-1 0,0 1 0,-1 0 0,0 1 0,-1-1 0,0 1 0,0 0 0,-1 1 0,0-1 0,-1 1 0,0-1 0,-1 1 0,1 0 0,0 17 0,-1-8 0,-1 1 0,-1-1 0,0 1 0,-1-1 0,-2 1 0,-7 32 0,4-32 0,-1-1 0,0 1 0,-2-2 0,0 1 0,-1-1 0,-1 0 0,-1-1 0,0 0 0,-1-1 0,-1-1 0,0 0 0,-1-1 0,-1 0 0,-34 22 0,44-32-170,-1-1-1,0 0 0,0 0 1,0-1-1,-1 0 0,1 0 1,-14 1-1,-1-1-6655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45:35.2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235 84 24575,'0'-1'0,"1"-1"0,-1 1 0,1-1 0,-1 1 0,1 0 0,-1-1 0,1 1 0,0 0 0,0 0 0,0-1 0,0 1 0,0 0 0,0 0 0,0 0 0,0 0 0,0 0 0,1 0 0,-1 1 0,3-2 0,27-13 0,2 4 0,2 1 0,-1 2 0,70-7 0,-99 15 0,-1-1 0,1 1 0,-1 0 0,0 1 0,1-1 0,-1 1 0,1 0 0,-1 0 0,0 1 0,0-1 0,1 1 0,-1 0 0,0 0 0,0 0 0,-1 0 0,7 6 0,-5-4 0,0 1 0,0 1 0,-1-1 0,0 1 0,0 0 0,0 0 0,-1 0 0,0 0 0,4 13 0,-1-1 0,-2 1 0,0 0 0,-1 0 0,-1 0 0,-1 0 0,-1 0 0,-2 21 0,-1-14 0,-2 0 0,0 0 0,-2 0 0,-11 27 0,-47 96 0,62-144 0,-1 2 0,0-1 0,0 1 0,-1-1 0,-9 10 0,-8 9 0,19-20 0,0-1 0,-1 0 0,0 0 0,0 0 0,0-1 0,-10 7 0,14-10 0,-1 1 0,0 0 0,0-1 0,0 1 0,0-1 0,0 1 0,0-1 0,0 0 0,0 1 0,0-1 0,0 0 0,0 0 0,0 1 0,0-1 0,0 0 0,0 0 0,0 0 0,0 0 0,0-1 0,0 1 0,-1 0 0,1 0 0,0-1 0,0 1 0,0 0 0,0-1 0,0 1 0,1-1 0,-1 1 0,0-1 0,0 0 0,0 1 0,0-1 0,1 0 0,-1 0 0,0 1 0,0-1 0,1 0 0,-1 0 0,1 0 0,-1-1 0,0-1 0,0 0 0,0 0 0,0 0 0,1 0 0,0 1 0,-1-1 0,1 0 0,0 0 0,1 0 0,-1 0 0,0 0 0,1 0 0,0 0 0,1-4 0,19-42 0,-17 41 0,3-5 0,1 0 0,0 0 0,0 0 0,1 1 0,1 1 0,0 0 0,1 0 0,15-12 0,-22 20 0,0 1 0,0-1 0,0 1 0,0 0 0,0 0 0,1 0 0,-1 0 0,1 1 0,-1 0 0,1 0 0,0 0 0,-1 0 0,6 1 0,-6 0 0,0 1 0,0 0 0,0 0 0,0 0 0,-1 0 0,1 0 0,0 1 0,-1 0 0,1 0 0,-1 0 0,0 0 0,1 0 0,-1 1 0,0-1 0,-1 1 0,1 0 0,0 0 0,2 4 0,-1-2 0,0 0 0,-1 0 0,0 1 0,1 0 0,-2 0 0,1 0 0,-1 0 0,0 0 0,0 0 0,-1 1 0,1-1 0,-1 0 0,-1 1 0,1 6 0,-2-3 0,0 0 0,0 0 0,-1-1 0,0 1 0,-1-1 0,0 0 0,-1 1 0,-7 14 0,3-10 0,-1 0 0,0 0 0,-1 0 0,-1-2 0,0 1 0,-1-1 0,0-1 0,-1 0 0,0-1 0,-24 15 0,-8 1 0,28-15 0,0-2 0,0 0 0,0 0 0,-1-2 0,-1 0 0,-34 7 0,40-11 0,0-1 0,0 0 0,0-1 0,0-1 0,0 0 0,-1 0 0,1-2 0,0 0 0,0 0 0,1-1 0,-1 0 0,-20-9 0,-28-13 127,20 10-1619,20 6-5334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46:23.8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92 24575,'5'-1'0,"1"1"0,-2-1 0,1 0 0,0 0 0,9-4 0,15-3 0,14 1 0,-15 3 0,-1 0 0,-1-2 0,1-1 0,26-11 0,-37 12 0,0 1 0,0 0 0,1 1 0,0 1 0,0 0 0,0 2 0,0 0 0,1 1 0,-1 0 0,0 1 0,0 1 0,0 1 0,0 1 0,-1 0 0,1 1 0,-1 1 0,0 0 0,0 1 0,-1 1 0,0 0 0,0 1 0,13 12 0,-22-16 0,-1 1 0,-1 0 0,1 0 0,-1 1 0,0-1 0,0 1 0,-1 0 0,0 0 0,0 0 0,-1 1 0,0-1 0,0 0 0,-1 1 0,1-1 0,-2 1 0,1 0 0,-1 8 0,0-9 0,0 0 0,-1 0 0,0 0 0,0 0 0,0 0 0,-1 0 0,0 0 0,0-1 0,-1 1 0,0-1 0,0 1 0,0-1 0,-1 0 0,0 0 0,0-1 0,0 1 0,-1-1 0,-10 9 0,-151 91 0,156-99 0,0-1 0,0 0 0,0-1 0,-1 0 0,1 0 0,-1-1 0,0-1 0,0 0 0,0 0 0,0-1 0,0 0 0,-1-1 0,1 0 0,-17-3 0,21 1 0,1 0 0,-1 1 0,1-2 0,0 1 0,0-1 0,0 0 0,0 0 0,0-1 0,1 0 0,-6-4 0,-53-51 0,50 44 0,-20-24 0,33 37 0,0 0 0,-1 0 0,1 0 0,0 0 0,0 0 0,0 0 0,1-1 0,-1 1 0,1 0 0,-1-1 0,1 1 0,-1 0 0,1-1 0,0 1 0,0 0 0,1-1 0,-1 1 0,1-5 0,0 6 0,-1 0 0,1 0 0,-1 0 0,1 0 0,-1 0 0,1 0 0,0 0 0,0 0 0,0 0 0,-1 1 0,1-1 0,0 0 0,0 1 0,0-1 0,0 0 0,0 1 0,0-1 0,0 1 0,0-1 0,0 1 0,1 0 0,-1 0 0,0-1 0,0 1 0,0 0 0,0 0 0,0 0 0,1 0 0,-1 0 0,0 0 0,0 0 0,0 1 0,0-1 0,0 0 0,1 1 0,-1-1 0,0 1 0,0-1 0,0 1 0,1 0 0,7 4 0,1 0 0,-1 0 0,12 9 0,-12-8 0,22 11 0,-24-14 0,-1 0 0,1 1 0,-1-1 0,0 1 0,8 7 0,22 20 0,-27-24 0,0 0 0,0 1 0,-1 0 0,0 0 0,0 1 0,-1 0 0,7 12 0,-4-1 24,0 1 0,-2-1 0,0 2 0,7 35 0,7 89-1509,-19-114-5341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46:27.4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394 0 24575,'-34'39'0,"25"-27"0,-2 0 0,1-1 0,-13 10 0,-58 53 0,94-80 0,1 1 0,-1 0 0,1 1 0,17-3 0,50-16 0,-64 16 0,1 0 0,-1 2 0,1 0 0,0 1 0,23-2 0,-37 5 0,-1 1 0,1 0 0,0 0 0,0 0 0,-1 1 0,1-1 0,0 1 0,-1 0 0,1 0 0,0 0 0,-1 0 0,0 0 0,1 1 0,-1 0 0,0 0 0,0 0 0,1 0 0,-2 0 0,1 0 0,0 1 0,0 0 0,-1-1 0,1 1 0,-1 0 0,0 0 0,0 0 0,0 1 0,0-1 0,-1 0 0,0 1 0,1-1 0,0 6 0,0-2 0,0 1 0,0 0 0,-1 0 0,0 0 0,-1 0 0,0 0 0,0 0 0,-1 0 0,-1 10 0,1-14 0,0 0 0,-1 0 0,1 0 0,-1 0 0,0 0 0,0-1 0,0 1 0,0-1 0,-1 1 0,1-1 0,-1 0 0,0 0 0,0 0 0,0 0 0,-1 0 0,1-1 0,0 0 0,-1 1 0,-5 1 0,-134 52 0,125-49 0,0-1 0,0 0 0,0-2 0,-1 0 0,0-1 0,0-1 0,-22 0 0,12 0 0,27-2 0,0 0 0,0 0 0,0 1 0,0-1 0,0 0 0,0 0 0,1 1 0,-1 0 0,0-1 0,0 1 0,0 0 0,1 0 0,-1-1 0,1 1 0,-3 2 0,4-2 0,0 0 0,0 0 0,0 0 0,0 0 0,0 0 0,0-1 0,0 1 0,0 0 0,0 0 0,1 0 0,-1 0 0,0 0 0,1 0 0,-1 0 0,0-1 0,1 1 0,-1 0 0,1 0 0,0 0 0,-1-1 0,1 1 0,-1 0 0,1-1 0,0 1 0,0-1 0,-1 1 0,1-1 0,0 1 0,0-1 0,1 1 0,12 9 0,-1-1 0,26 11 0,-24-12 0,0 0 0,19 14 0,-22-10 0,-1 0 0,-1 1 0,0 0 0,0 0 0,-1 1 0,-1 1 0,0-1 0,5 17 0,-6-11 0,-2 0 0,0 0 0,-1 0 0,-1 0 0,-1 1 0,0 0 0,-2-1 0,-2 26 0,1-27 0,1-10 0,0-1 0,-1 0 0,0 1 0,-1-1 0,0 0 0,0 0 0,-1 0 0,0 0 0,0 0 0,-1-1 0,0 1 0,0-1 0,-1 0 0,1 0 0,-2 0 0,1-1 0,-13 11 0,9-10 0,-1 0 0,0-1 0,0 0 0,0-1 0,-1 0 0,1-1 0,-1 0 0,0 0 0,0-1 0,-1-1 0,1 0 0,-18 1 0,14-2 17,0 0 0,0-1 1,0-1-1,0 0 0,0-1 0,-28-8 0,37 8-91,0 0-1,1-1 1,-1 0 0,0 0 0,1 0-1,0 0 1,0-1 0,0 0 0,0 0-1,0-1 1,1 1 0,0-1 0,0 0-1,0 0 1,1 0 0,-1-1 0,1 1-1,0-1 1,-1-6 0,-3-7-6752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47:21.3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246 87 24575,'493'0'0,"-545"-11"0,-100-14 0,-199-23 0,351 48 0,-9-2 0,0 2 0,-1-1 0,1 1 0,0 1 0,-17 3 0,24-4 0,1 1 0,-1-1 0,0 1 0,0 0 0,0 0 0,1 0 0,-1 0 0,1 0 0,-1 0 0,0 0 0,1 1 0,0-1 0,-1 0 0,1 1 0,0-1 0,0 1 0,0 0 0,0-1 0,0 1 0,0 0 0,0 0 0,1-1 0,-1 1 0,0 0 0,1 0 0,0 0 0,-1 0 0,1 0 0,0 0 0,0 0 0,0 0 0,0 0 0,1 3 0,4 24 0,1 1 0,18 53 0,-8-31 0,9 70 0,-15-67 0,-10-54 0,1 0 0,-1 0 0,0 0 0,1 0 0,-1 0 0,1 0 0,-1 0 0,1 0 0,0-1 0,-1 1 0,1 0 0,0 0 0,0-1 0,-1 1 0,1 0 0,0-1 0,0 1 0,0-1 0,0 1 0,0-1 0,0 1 0,0-1 0,0 0 0,0 0 0,0 1 0,0-1 0,0 0 0,0 0 0,0 0 0,0 0 0,0 0 0,0 0 0,0 0 0,0-1 0,0 1 0,0 0 0,0 0 0,2-2 0,47-17 0,-37 14 0,217-73 0,-189 69 0,0 0 0,0 3 0,78-2 0,-105 8 0,0 0 0,0 1 0,-1 1 0,1 0 0,0 1 0,-1 0 0,14 6 0,-23-7 0,1 0 0,-1 0 0,0 1 0,0 0 0,0-1 0,0 1 0,0 1 0,-1-1 0,1 1 0,-1-1 0,0 1 0,0 0 0,0 0 0,-1 0 0,1 0 0,-1 1 0,0-1 0,0 1 0,-1-1 0,1 1 0,-1 0 0,0 0 0,0 6 0,1 9 0,-2 1 0,0-1 0,-1 0 0,-1 1 0,-1-1 0,-1 0 0,-7 20 0,3 6 0,6-33 0,0 0 0,-1 0 0,-6 19 0,7-28 0,0 0 0,0 0 0,0 0 0,0 0 0,-1-1 0,1 1 0,-1-1 0,0 0 0,0 0 0,0 0 0,-1 0 0,1 0 0,-1 0 0,-7 3 0,-12 4 0,0-1 0,-1-1 0,0-2 0,-33 6 0,-5 2 0,-177 38 0,185-44 0,1-1 0,-84-2 0,131-5-57,0-1 0,-1 1 1,1-1-1,0-1 0,0 1 0,0-1 0,0 0 0,0 0 0,0-1 0,1 1 0,-1-1 1,1-1-1,0 1 0,0-1 0,0 0 0,0 0 0,1 0 0,-1-1 0,1 1 1,0-1-1,0 0 0,1-1 0,-5-8 0,0 0-6769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47:33.3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0 216 24575,'43'-21'0,"15"-8"0,0 2 0,1 2 0,103-27 0,-1 7 0,-136 37 0,-20 6 0,0 0 0,1 1 0,-1 0 0,1 0 0,-1 0 0,0 1 0,1 0 0,-1 0 0,1 0 0,-1 1 0,1-1 0,-1 1 0,0 1 0,1-1 0,-1 1 0,0 0 0,9 4 0,-9-2 0,-1-1 0,1 1 0,0 0 0,-1 0 0,0 1 0,0-1 0,0 1 0,-1 0 0,1 0 0,-1 1 0,0-1 0,-1 0 0,0 1 0,1 0 0,1 10 0,-1-2 0,0 1 0,-1 0 0,-1 0 0,-1 0 0,0 0 0,-1 0 0,0 0 0,-1 0 0,-1 0 0,0-1 0,-7 17 0,-6 13 0,-1-1 0,-31 51 0,27-52 0,-2-1 0,-2-1 0,-1-2 0,-2 0 0,-34 34 0,59-69 0,-1 1 0,0-1 0,0 0 0,0 0 0,0-1 0,0 1 0,-1-1 0,1 0 0,-1 0 0,1 0 0,-1-1 0,0 0 0,1 0 0,-1 0 0,0 0 0,0-1 0,0 0 0,0 0 0,0 0 0,0 0 0,1-1 0,-1 0 0,0 0 0,0 0 0,0-1 0,1 1 0,-6-4 0,3 1 0,0 0 0,0 0 0,0-1 0,1 0 0,0 0 0,0 0 0,1-1 0,-1 0 0,1 0 0,1 0 0,-1-1 0,1 0 0,0 0 0,0 0 0,1 0 0,-3-10 0,-3-11 0,2 0 0,1-1 0,1 0 0,-1-48 0,6 76 0,0 1 0,0-1 0,0 1 0,0-1 0,-1 1 0,1-1 0,0 1 0,0-1 0,0 0 0,0 1 0,1-1 0,-1 1 0,0-1 0,0 1 0,0-1 0,0 1 0,1-1 0,-1 0 0,0 1 0,0-1 0,1 1 0,-1 0 0,0-1 0,1 1 0,-1-1 0,1 1 0,-1-1 0,1 1 0,10 9 0,10 26 0,71 147 0,-73-150 0,2-1 0,1 0 0,39 41 0,-11-9 91,-39-47-576,1 0-1,27 27 1,-25-32-6341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47:41.3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743 116 24575,'-30'-2'0,"0"-1"0,1-2 0,0-1 0,-1-1 0,2-1 0,-47-21 0,74 29 0,-25-8 0,0 1 0,0 1 0,-31-3 0,-21-4 0,47 8 0,-1 1 0,1 2 0,-1 0 0,-55 6 0,84-4 0,0 1 0,1-1 0,-1 1 0,0 0 0,0 0 0,0 0 0,1 0 0,-1 0 0,1 1 0,-1-1 0,1 1 0,-1 0 0,1 0 0,0-1 0,0 1 0,0 1 0,0-1 0,0 0 0,1 0 0,-1 1 0,0-1 0,1 1 0,0-1 0,0 1 0,0 0 0,0 0 0,0-1 0,0 1 0,0 5 0,-1 8 0,0 0 0,2 1 0,0-1 0,2 20 0,0-7 0,-1 25 0,-2-22 0,3 0 0,7 50 0,-6-72 0,-1 1 0,1-1 0,1-1 0,0 1 0,0 0 0,1-1 0,0 0 0,0 0 0,1-1 0,0 1 0,1-1 0,8 8 0,4-1 0,1 0 0,0-2 0,1 0 0,0-1 0,1-1 0,0-1 0,1-2 0,0 0 0,33 7 0,-49-13 0,-1-1 0,1 0 0,0 0 0,-1 0 0,1-1 0,0 0 0,-1 0 0,1-1 0,0 0 0,-1 0 0,1 0 0,-1-1 0,1 0 0,-1 0 0,0-1 0,0 0 0,0 0 0,0 0 0,0-1 0,-1 0 0,0 0 0,0 0 0,6-6 0,26-31 0,46-56 0,-76 87 0,-1-2 0,0 1 0,-1 0 0,0-1 0,-1 0 0,0 0 0,-1-1 0,0 1 0,1-17 0,0-15 0,-3-55 0,-1 87 0,1-3 0,0 33 0,1 15 0,48 417 0,-36-349 0,-7-64 0,-2 1 0,-1-1 0,-2 1 0,-4 46 0,-12-19 0,10-49 0,0 1 0,-3 25 0,1 7-1365,-1-30-5461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48:01.6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48:04.3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1 146 24575,'11'-8'0,"0"0"0,1 1 0,0 0 0,0 1 0,0 0 0,1 1 0,0 0 0,17-3 0,1-2 0,-3 0 0,132-40 0,-139 45 0,1 1 0,-1 1 0,0 1 0,1 0 0,37 4 0,-54-2 0,0 1 0,-1 0 0,1 0 0,-1 0 0,1 1 0,-1-1 0,1 1 0,-1 0 0,0 0 0,0 1 0,0-1 0,0 1 0,-1 0 0,1 0 0,0 0 0,4 6 0,-4-3 0,0 1 0,0-1 0,0 1 0,-1 0 0,0 0 0,0 0 0,-1 0 0,0 1 0,2 10 0,-1 11 0,-1 0 0,-2 0 0,0 0 0,-6 33 0,4-44 0,-2 32 0,-21 86 0,22-124 0,0 0 0,-1 1 0,-1-2 0,0 1 0,-1 0 0,0-1 0,0 0 0,-2 0 0,1-1 0,-1 0 0,0 0 0,-13 10 0,10-10 0,-1-1 0,0-1 0,0 0 0,-1-1 0,0 0 0,-18 7 0,25-12 0,0-1 0,0 1 0,0-1 0,0-1 0,-1 1 0,1-1 0,0 0 0,0 0 0,-1-1 0,1 0 0,0 0 0,0 0 0,0-1 0,0 0 0,0 0 0,1-1 0,-9-3 0,7 2 0,0 1 0,0-2 0,0 1 0,0-1 0,1 0 0,0 0 0,0 0 0,0-1 0,0 0 0,1 0 0,0-1 0,1 1 0,-1-1 0,1 0 0,0 0 0,1-1 0,0 1 0,0-1 0,1 0 0,0 0 0,0 1 0,0-1 0,1-1 0,0-8 0,1 9 0,-1-2 0,1 1 0,0 0 0,1-1 0,2-12 0,-3 20 0,1 1 0,-1-1 0,1 0 0,-1 1 0,1-1 0,0 1 0,-1-1 0,1 1 0,0-1 0,0 1 0,0-1 0,0 1 0,0 0 0,0-1 0,1 1 0,-1 0 0,0 0 0,1 0 0,-1 0 0,1 0 0,-1 0 0,1 1 0,-1-1 0,1 0 0,-1 1 0,1-1 0,0 1 0,-1 0 0,1-1 0,2 1 0,6 0 0,-1 1 0,0 1 0,1-1 0,-1 1 0,0 1 0,0 0 0,-1 0 0,1 0 0,0 1 0,-1 1 0,0-1 0,10 9 0,5 4 0,-2 0 0,37 39 0,-40-37 0,0 2 0,-2 0 0,0 0 0,-2 2 0,0 0 0,-2 0 0,0 1 0,10 33 0,-5-13 50,-10-29-522,-1 0 1,4 20-1,-6-14-6354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48:07.6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 0 24575,'-6'10'0,"-1"0"0,2 1 0,0 0 0,0 0 0,1 0 0,0 0 0,1 1 0,-3 16 0,-2 22 0,3 1 0,2-1 0,5 76 0,0-36 0,-3-87 0,1 0 0,0 0 0,0 0 0,0 0 0,0-1 0,1 1 0,-1 0 0,1 0 0,0 0 0,0-1 0,-1 1 0,2 0 0,-1-1 0,0 1 0,1-1 0,-1 1 0,1-1 0,-1 0 0,1 0 0,0 1 0,0-1 0,0 0 0,1-1 0,-1 1 0,0 0 0,1-1 0,-1 1 0,1-1 0,-1 0 0,1 0 0,-1 0 0,1 0 0,0 0 0,0-1 0,0 1 0,-1-1 0,1 1 0,0-1 0,0 0 0,0 0 0,0-1 0,3 0 0,2 0 0,-1 0 0,0-1 0,0 0 0,0 0 0,0-1 0,0 1 0,0-2 0,0 1 0,-1-1 0,0 0 0,0 0 0,0-1 0,0 0 0,0 0 0,-1 0 0,0-1 0,0 1 0,-1-1 0,0 0 0,0-1 0,0 1 0,-1-1 0,1 0 0,-2 1 0,1-1 0,-1-1 0,0 1 0,0 0 0,-1 0 0,0-9 0,0-6 0,-2 1 0,-1-1 0,-1 1 0,0-1 0,-9-25 0,-40-104 0,46 135 0,4 12 0,2 1 0,-1 0 0,0 1 0,0-1 0,0 1 0,0-1 0,0 1 0,0 0 0,-1-1 0,1 1 0,-1 0 0,0 0 0,0 0 0,1 0 0,-1 0 0,-4-2 0,12 41 0,14 42 0,33 84 0,-44-135 0,7 34 0,7 27 0,-11-51 0,-2 1 0,5 41 0,-1-6 0,-10-47 0,2 41 0,-6-50 0,1 0 0,1 0 0,1-1 0,0 1 0,2-1 0,7 22 0,6 3-1365,-12-23-5461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48:19.4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24575,'2'1'0,"0"-1"0,0 1 0,0 0 0,0-1 0,-1 1 0,1 0 0,0 0 0,-1 1 0,1-1 0,0 0 0,-1 0 0,1 1 0,1 2 0,10 7 0,121 88 0,-121-89 0,1 1 0,-1-1 0,-1 2 0,0 0 0,-1 0 0,0 1 0,-1 1 0,0 0 0,13 26 0,-17-27 0,0 0 0,-1 0 0,0 0 0,-1 1 0,-1-1 0,0 1 0,-1 0 0,0 0 0,-2 0 0,1 0 0,-1 0 0,-3 14 0,2-20 0,0-1 0,-1 0 0,1 0 0,-2-1 0,1 1 0,-1 0 0,0-1 0,0 1 0,-1-1 0,0 0 0,-7 8 0,8-10 0,-1 0 0,-1 0 0,1-1 0,-1 0 0,1 0 0,-1 0 0,0 0 0,0-1 0,0 0 0,0 0 0,-1 0 0,1 0 0,0-1 0,-1 0 0,-5 0 0,-9 1 0,-1-1 0,1-1 0,0-1 0,0 0 0,0-2 0,0-1 0,0 0 0,-25-9 0,45 13 0,0 0 0,0 0 0,1 0 0,-1 0 0,0-1 0,0 1 0,0 0 0,0 0 0,0 0 0,0 0 0,0 0 0,0 0 0,0 0 0,0 0 0,0 0 0,0 0 0,0 0 0,0 0 0,0-1 0,0 1 0,0 0 0,0 0 0,0 0 0,0 0 0,0 0 0,0 0 0,0 0 0,0 0 0,0 0 0,0 0 0,0-1 0,0 1 0,0 0 0,0 0 0,0 0 0,0 0 0,0 0 0,0 0 0,0 0 0,0 0 0,0 0 0,0 0 0,-1 0 0,1 0 0,0 0 0,0-1 0,0 1 0,0 0 0,0 0 0,0 0 0,0 0 0,0 0 0,0 0 0,0 0 0,0 0 0,-1 0 0,1 0 0,0 0 0,0 0 0,0 0 0,0 0 0,0 0 0,0 0 0,11-2 0,18 0 0,8 1 0,-5 0 0,0 1 0,49 6 0,-74-5 0,1 1 0,-1-1 0,0 1 0,1 0 0,-1 1 0,0 0 0,0 0 0,-1 0 0,1 1 0,-1 0 0,0 0 0,0 1 0,0 0 0,0 0 0,-1 0 0,6 8 0,-7-8 0,-1-1 0,0 1 0,-1 0 0,1 0 0,-1 0 0,0 0 0,0 1 0,0-1 0,-1 0 0,0 1 0,0-1 0,0 1 0,-1 0 0,0-1 0,0 1 0,0-1 0,-1 1 0,0-1 0,0 1 0,0-1 0,0 1 0,-1-1 0,0 0 0,-1 1 0,1-1 0,-1 0 0,0-1 0,0 1 0,0 0 0,0-1 0,-8 7 0,1-1 0,-1 0 0,0-1 0,0 0 0,-1-1 0,0 0 0,-1-1 0,1 0 0,-1-1 0,-1-1 0,1 0 0,-19 4 0,8-4-341,-2-2 0,1-1-1,-44-1 1,43-2-6485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48:21.1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24575,'2'1'0,"0"0"0,0 0 0,-1-1 0,1 1 0,0 0 0,-1 1 0,1-1 0,-1 0 0,0 0 0,1 1 0,-1-1 0,0 1 0,0-1 0,0 1 0,0-1 0,0 1 0,0 0 0,0-1 0,0 1 0,0 2 0,1 0 0,54 114 0,31 59 0,-56-111 0,-2 2 0,-4 0 0,25 106 0,-42-147-1365,1-8-5461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48:33.3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64 24575,'6'-1'0,"0"0"0,0 0 0,0 0 0,-1-1 0,1 0 0,-1 0 0,1 0 0,-1-1 0,1 0 0,6-5 0,-4 4 0,0-1 0,0 1 0,16-6 0,-7 6 0,0 0 0,30-1 0,-39 4 0,0 1 0,0 0 0,0 0 0,1 1 0,-1 0 0,0 0 0,15 5 0,-21-4 0,1-1 0,0 1 0,-1 0 0,0 0 0,1 0 0,-1 0 0,0 0 0,0 0 0,0 1 0,0-1 0,0 1 0,-1-1 0,1 1 0,-1 0 0,0 0 0,0 0 0,0-1 0,0 1 0,0 0 0,0 0 0,-1 0 0,1 4 0,0 10 0,0 0 0,-3 32 0,0-28 0,2-7 0,-2-1 0,0 1 0,0-1 0,-2 1 0,0-1 0,-6 16 0,7-23 0,1 0 0,-1 0 0,0-1 0,-1 1 0,1-1 0,-1 0 0,0 0 0,-1 0 0,1-1 0,-1 1 0,0-1 0,0 0 0,0 0 0,0-1 0,-7 4 0,47-19 0,1 2 0,1 1 0,0 2 0,0 1 0,1 2 0,-1 2 0,67 4 0,-99-1 0,-1-1 0,0 1 0,1 0 0,-1 0 0,0 0 0,0 0 0,0 1 0,1 0 0,-2-1 0,1 2 0,0-1 0,0 0 0,-1 1 0,1 0 0,-1-1 0,6 8 0,-8-8 0,1 0 0,-1 1 0,0-1 0,1 0 0,-1 1 0,-1 0 0,1-1 0,0 1 0,0-1 0,-1 1 0,0 0 0,1 0 0,-1-1 0,0 1 0,-1 0 0,1-1 0,0 1 0,-1 0 0,1-1 0,-1 1 0,0 0 0,0-1 0,0 1 0,0-1 0,0 1 0,-1-1 0,-1 3 0,-4 5 0,-1 0 0,0 0 0,-1-1 0,0 0 0,0-1 0,-1 0 0,0 0 0,-1-1 0,1 0 0,-2-1 0,-19 8 0,10-5 0,0-2 0,0-1 0,-1 0 0,1-1 0,-43 2 0,-76-6-154,101-2-1057,15 1-5615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48:37.0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 0 24575,'7'1'0,"-1"0"0,0 0 0,1 1 0,-1 0 0,0 0 0,0 0 0,0 1 0,-1 0 0,1 0 0,0 0 0,8 8 0,3 2 0,-1 1 0,18 20 0,-28-27 0,0 1 0,-1-1 0,0 1 0,0 0 0,-1 0 0,0 1 0,-1-1 0,1 1 0,-2 0 0,1 0 0,-1 0 0,1 14 0,-1 11 0,-1 0 0,-3 37 0,-1-12 0,2 179 0,1-233 0,0-1 0,-1 1 0,1 0 0,-1 0 0,-1 0 0,1 0 0,-1-1 0,1 1 0,-1-1 0,-1 1 0,1-1 0,-1 0 0,1 0 0,-1 0 0,0 0 0,-1 0 0,1-1 0,-1 1 0,1-1 0,-1 0 0,0 0 0,0 0 0,-8 3 0,8-4 0,0 0 0,0-1 0,0 1 0,0-1 0,0 0 0,0-1 0,-1 1 0,1-1 0,0 1 0,0-1 0,0 0 0,-1-1 0,1 1 0,0-1 0,0 0 0,0 0 0,0 0 0,0-1 0,0 1 0,0-1 0,0 0 0,1 0 0,-1 0 0,1 0 0,-1-1 0,1 0 0,0 1 0,-3-5 0,1 1 0,0 0 0,0-1 0,0 0 0,1 0 0,0 0 0,1 0 0,0-1 0,0 0 0,-3-10 0,0-10 0,-3-39 0,3 18 0,5 43 0,1 0 0,-1 1 0,1-1 0,0 0 0,0 1 0,1-1 0,1-8 0,-2 13 0,1 0 0,-1 0 0,0 0 0,1 0 0,-1 0 0,1 0 0,-1 0 0,1 0 0,0 0 0,-1 0 0,1 1 0,0-1 0,0 0 0,-1 0 0,1 1 0,0-1 0,0 1 0,0-1 0,1 0 0,0 1 0,-1-1 0,1 1 0,0 0 0,-1 0 0,1 0 0,0 0 0,-1 0 0,1 0 0,0 1 0,-1-1 0,1 0 0,0 1 0,-1 0 0,1-1 0,-1 1 0,3 1 0,18 10 0,37 29 0,-7-5 0,-35-23 0,-1 0 0,-1 2 0,0-1 0,-1 2 0,0 0 0,16 26 0,35 67 100,-46-74-832,38 53-1,-42-69-6093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48:43.9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0 194 24575,'10'-1'0,"0"0"0,-1 0 0,1 0 0,0-2 0,-1 1 0,0-1 0,1 0 0,-1-1 0,-1 0 0,13-7 0,5-7 0,46-38 0,-1 0 0,-66 52 0,1 1 0,0-1 0,0 1 0,0 1 0,1-1 0,-1 1 0,1 0 0,-1 0 0,1 1 0,0-1 0,0 2 0,-1-1 0,1 1 0,0 0 0,0 0 0,0 1 0,0 0 0,6 2 0,-7-2 0,-1 1 0,1 1 0,-1-1 0,0 1 0,0 0 0,0 0 0,-1 0 0,1 0 0,-1 1 0,0 0 0,0 0 0,0 0 0,0 1 0,-1-1 0,0 1 0,1 0 0,-2 0 0,1 0 0,-1 0 0,1 0 0,-2 1 0,3 5 0,0 10 0,0 0 0,-1 1 0,-1-1 0,-1 1 0,-3 37 0,-4-7 0,-14 63 0,16-102 0,-1 0 0,0 0 0,0-1 0,-2 0 0,0 0 0,0 0 0,-1-1 0,0 0 0,-1 0 0,-15 15 0,-7 8 0,24-26 0,-1 0 0,0-1 0,0 0 0,-1-1 0,0 0 0,0 0 0,-13 5 0,90-8 0,-57-3 0,2-1 0,0 0 0,1 1 0,-1 1 0,1 0 0,23 6 0,-34-6 0,1 1 0,0-1 0,-1 1 0,0 0 0,1 0 0,-1 0 0,0 0 0,0 0 0,0 1 0,0-1 0,-1 1 0,1 0 0,-1 0 0,1 0 0,-1 0 0,0 1 0,0-1 0,-1 0 0,1 1 0,-1-1 0,1 1 0,-1 0 0,0-1 0,0 1 0,0 5 0,0-1 0,0 0 0,0-1 0,-1 1 0,0 0 0,-1 0 0,1 0 0,-1-1 0,-1 1 0,0 0 0,0-1 0,0 1 0,-1-1 0,0 0 0,0 0 0,-1 0 0,0 0 0,0-1 0,-1 1 0,-5 5 0,3-5 0,0 0 0,-1 0 0,0-1 0,0-1 0,0 1 0,-1-1 0,0 0 0,0-1 0,0 0 0,0-1 0,-1 1 0,0-2 0,1 0 0,-15 2 0,-8-1-682,-36-3-1,36-1-6143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48:45.7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24575,'2'6'0,"-1"0"0,1 0 0,0-1 0,1 1 0,-1-1 0,1 1 0,0-1 0,0 0 0,1 0 0,-1 0 0,7 5 0,3 7 0,4 6 0,1 0 0,0-2 0,2 0 0,26 20 0,-31-28 0,1-2 0,0 0 0,0 0 0,2-2 0,-1 0 0,1-1 0,19 6 0,-3-6 0,-26-7 0,1 1 0,-1 0 0,0 1 0,0 0 0,8 3 0,-14-4 0,1 0 0,-1-1 0,1 1 0,-1 0 0,0 0 0,1 0 0,-1 1 0,-1-1 0,1 0 0,0 1 0,0-1 0,-1 1 0,1 0 0,-1-1 0,0 1 0,0 0 0,0 0 0,0 4 0,3 11 0,-2 0 0,0 1 0,-1-1 0,-1 0 0,-1 0 0,0 1 0,-1-1 0,-1 0 0,-8 26 0,-7 9 0,-43 89 0,35-89 0,-25 80 0,1 60-1365,44-163-5461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2T01:48:47.2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24575,'71'59'0,"-57"-47"0,0-1 0,1 0 0,20 11 0,-22-14 0,-1 0 0,1 1 0,-1 0 0,-1 1 0,19 19 0,-27-26 6,1 1 0,0 0-1,0-1 1,0 0 0,0 0 0,0 0-1,1-1 1,-1 1 0,1-1 0,0 0-1,-1 0 1,1-1 0,0 0 0,9 2-1,5-1-240,-1-1 0,33-1 0,-30-1-511,3 0-6080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B843F6B6-C643-EB48-8E20-B61919A653AE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F6E6A39C-9C1F-2A4A-AF30-046BACDB3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277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4063" indent="-2889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58875" indent="-23177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24013" indent="-23177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87563" indent="-23177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44763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01963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59163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16363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E3D77EE-CC85-42F9-805C-BEA481CCEB13}" type="slidenum">
              <a:rPr lang="en-US" altLang="en-US"/>
              <a:pPr eaLnBrk="1" hangingPunct="1"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453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06F780E-9DEC-114C-B59D-A82F5B1305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703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DB4BCB-6267-7C4C-B43A-E90C40649B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8D4E9D-E0FF-4A40-92D3-F584F728C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AA4489E-2E74-F340-B15A-B2A6F494503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91286" y="118872"/>
            <a:ext cx="9209427" cy="87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08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76A11-4AC1-8748-B27A-412000BFD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39F17-8DC0-704B-9AE7-F0ACCDF4C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4A4D8-C6D2-0E40-92C4-2BCFF05A1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TEXAS A&amp;M-SAN ANTONIO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86E18-20E2-9044-890C-17969EAC4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B063ED-17C5-384F-8A20-6B5F1E692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572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5D519-9498-A74B-A50E-3FE856C93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EA1DE4-D61E-B948-97DB-95EA3642C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EC6AA-5BA9-6C4B-9C05-A4DF3EB3C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70A15-8FCB-1145-B769-EBE016DEC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6DD52-61E1-7644-A884-1919EF7DF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175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0ADC3-8E98-4046-9AAD-79B345A96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E0A05-7784-8E43-A36D-9DF6EB0DA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6BC6E6-C854-644C-8127-782D346629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2892C8-648C-E648-909E-43B6AB5CE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65A266-0D34-A848-B798-09F9F6C30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E07C42-7FD9-8A46-9771-76E49801F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907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9DF53-106B-564F-A34E-66D6D5527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3E6C4E-D1C9-7E43-8BE6-6FF6C0297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884BC5-819E-184D-B400-C628FC4E7A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D4D157-B42E-B04A-9802-E4687A2B0F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BE22DF-E739-C941-8F53-FEB1143BE8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D40280-C860-6543-8954-037C3B8DD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C3B322-30C5-7A48-80C9-34D80F20B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0A570F-CCB9-8A4D-A1DF-182EDBD9E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403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7A4AD-56A7-D544-8CC4-C59732383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5C9BB6-238C-9849-8A11-ED3068252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23E8EC-9A7F-CE49-8A55-A5D7CD716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3C0A83-16F0-D946-B562-A591524C4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864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F29F64-1BDD-504B-A6CA-0E20C98EF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8C1686-9F4A-094D-AD83-7AAFEDFD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004E1-8548-F84D-B00A-A977C4D04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454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73EF2-341F-F844-AFCF-6433054D0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D4C50-3B10-0B41-9B37-D7C15E263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DF77F2-1CF2-E444-9FAD-9E8F541494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BD50E1-5F20-BB45-A98E-EBF4F1C1D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6EF63F-A284-684A-A9AD-5E8434D7B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8865B0-3686-3341-AD20-5617C52E1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449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FA22E-AA44-194A-BF2A-701D2B5FF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78C7F6-4BD5-E641-B632-A1B5A1DC03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77162C-C948-1943-97BA-5AB7865AFD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0FC85A-702E-DD4C-B6D4-ABFDB8A87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86D28-396E-8E48-AC2E-0FFF126DF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C52750-349A-6946-B6A4-04B5FB366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757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AD500-C0C2-5D47-8D80-53BD44C53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4353C2-7F77-A84A-A20F-985C4D4E05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B0480-39D0-9D45-907F-0B6A521E7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CE67D-E526-5843-B848-1C14DB188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4ADD1-3DAE-C94D-B565-D611793BA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827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162169-3F65-BD4A-838C-F27F6199AC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6FB8A1-5D3F-2A4E-B1C3-99D1601C14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78F54-DF87-5D42-BA44-CB6C6B654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80EB4-1594-5244-AFD3-740F69F71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BEE49-3691-D549-AC56-DB7355B65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610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8E62574-E313-A548-8CD1-53BB254DD36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70304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9B084-1E51-FA44-B2F1-C4E821A1B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24DE31-0525-CD4C-A8B3-E43493227C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2773D-3906-1A4B-8CD5-0D836E29BA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Oswald" panose="02000503000000000000" pitchFamily="2" charset="0"/>
              </a:defRPr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2DC35-01F7-F14D-A158-C7100804C4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CDA7F-9F75-B94E-AEE1-3C966732A7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7D5D8-8021-D54A-A92F-C392C50DF18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AF6714-108A-9744-8E65-70ABDC5635ED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" y="0"/>
            <a:ext cx="826999" cy="82699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7F07C08-5274-364D-889D-20BEAFD80E1E}"/>
              </a:ext>
            </a:extLst>
          </p:cNvPr>
          <p:cNvCxnSpPr>
            <a:cxnSpLocks/>
          </p:cNvCxnSpPr>
          <p:nvPr userDrawn="1"/>
        </p:nvCxnSpPr>
        <p:spPr>
          <a:xfrm>
            <a:off x="2450592" y="6598227"/>
            <a:ext cx="97414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2290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tx1"/>
          </a:solidFill>
          <a:latin typeface="Oswald" panose="02000503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Vollkorn" panose="02000503070000020003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Vollkorn" panose="02000503070000020003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Vollkorn" panose="02000503070000020003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ollkorn" panose="02000503070000020003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ollkorn" panose="02000503070000020003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9.png"/><Relationship Id="rId117" Type="http://schemas.openxmlformats.org/officeDocument/2006/relationships/image" Target="../media/image64.png"/><Relationship Id="rId21" Type="http://schemas.openxmlformats.org/officeDocument/2006/relationships/customXml" Target="../ink/ink10.xml"/><Relationship Id="rId42" Type="http://schemas.openxmlformats.org/officeDocument/2006/relationships/image" Target="../media/image27.png"/><Relationship Id="rId47" Type="http://schemas.openxmlformats.org/officeDocument/2006/relationships/customXml" Target="../ink/ink23.xml"/><Relationship Id="rId63" Type="http://schemas.openxmlformats.org/officeDocument/2006/relationships/customXml" Target="../ink/ink31.xml"/><Relationship Id="rId68" Type="http://schemas.openxmlformats.org/officeDocument/2006/relationships/image" Target="../media/image40.png"/><Relationship Id="rId84" Type="http://schemas.openxmlformats.org/officeDocument/2006/relationships/image" Target="../media/image48.png"/><Relationship Id="rId89" Type="http://schemas.openxmlformats.org/officeDocument/2006/relationships/customXml" Target="../ink/ink44.xml"/><Relationship Id="rId112" Type="http://schemas.openxmlformats.org/officeDocument/2006/relationships/customXml" Target="../ink/ink56.xml"/><Relationship Id="rId16" Type="http://schemas.openxmlformats.org/officeDocument/2006/relationships/image" Target="../media/image14.png"/><Relationship Id="rId107" Type="http://schemas.openxmlformats.org/officeDocument/2006/relationships/image" Target="../media/image59.png"/><Relationship Id="rId11" Type="http://schemas.openxmlformats.org/officeDocument/2006/relationships/customXml" Target="../ink/ink5.xml"/><Relationship Id="rId32" Type="http://schemas.openxmlformats.org/officeDocument/2006/relationships/image" Target="../media/image22.png"/><Relationship Id="rId37" Type="http://schemas.openxmlformats.org/officeDocument/2006/relationships/customXml" Target="../ink/ink18.xml"/><Relationship Id="rId53" Type="http://schemas.openxmlformats.org/officeDocument/2006/relationships/customXml" Target="../ink/ink26.xml"/><Relationship Id="rId58" Type="http://schemas.openxmlformats.org/officeDocument/2006/relationships/image" Target="../media/image35.png"/><Relationship Id="rId74" Type="http://schemas.openxmlformats.org/officeDocument/2006/relationships/image" Target="../media/image43.png"/><Relationship Id="rId79" Type="http://schemas.openxmlformats.org/officeDocument/2006/relationships/customXml" Target="../ink/ink39.xml"/><Relationship Id="rId102" Type="http://schemas.openxmlformats.org/officeDocument/2006/relationships/image" Target="../media/image57.png"/><Relationship Id="rId123" Type="http://schemas.openxmlformats.org/officeDocument/2006/relationships/image" Target="../media/image67.png"/><Relationship Id="rId5" Type="http://schemas.openxmlformats.org/officeDocument/2006/relationships/customXml" Target="../ink/ink2.xml"/><Relationship Id="rId90" Type="http://schemas.openxmlformats.org/officeDocument/2006/relationships/image" Target="../media/image51.png"/><Relationship Id="rId95" Type="http://schemas.openxmlformats.org/officeDocument/2006/relationships/customXml" Target="../ink/ink47.xml"/><Relationship Id="rId22" Type="http://schemas.openxmlformats.org/officeDocument/2006/relationships/image" Target="../media/image17.png"/><Relationship Id="rId27" Type="http://schemas.openxmlformats.org/officeDocument/2006/relationships/customXml" Target="../ink/ink13.xml"/><Relationship Id="rId43" Type="http://schemas.openxmlformats.org/officeDocument/2006/relationships/customXml" Target="../ink/ink21.xml"/><Relationship Id="rId48" Type="http://schemas.openxmlformats.org/officeDocument/2006/relationships/image" Target="../media/image30.png"/><Relationship Id="rId64" Type="http://schemas.openxmlformats.org/officeDocument/2006/relationships/image" Target="../media/image38.png"/><Relationship Id="rId69" Type="http://schemas.openxmlformats.org/officeDocument/2006/relationships/customXml" Target="../ink/ink34.xml"/><Relationship Id="rId113" Type="http://schemas.openxmlformats.org/officeDocument/2006/relationships/image" Target="../media/image62.png"/><Relationship Id="rId118" Type="http://schemas.openxmlformats.org/officeDocument/2006/relationships/customXml" Target="../ink/ink59.xml"/><Relationship Id="rId80" Type="http://schemas.openxmlformats.org/officeDocument/2006/relationships/image" Target="../media/image46.png"/><Relationship Id="rId85" Type="http://schemas.openxmlformats.org/officeDocument/2006/relationships/customXml" Target="../ink/ink42.xml"/><Relationship Id="rId12" Type="http://schemas.openxmlformats.org/officeDocument/2006/relationships/image" Target="../media/image12.png"/><Relationship Id="rId17" Type="http://schemas.openxmlformats.org/officeDocument/2006/relationships/customXml" Target="../ink/ink8.xml"/><Relationship Id="rId33" Type="http://schemas.openxmlformats.org/officeDocument/2006/relationships/customXml" Target="../ink/ink16.xml"/><Relationship Id="rId38" Type="http://schemas.openxmlformats.org/officeDocument/2006/relationships/image" Target="../media/image25.png"/><Relationship Id="rId59" Type="http://schemas.openxmlformats.org/officeDocument/2006/relationships/customXml" Target="../ink/ink29.xml"/><Relationship Id="rId103" Type="http://schemas.openxmlformats.org/officeDocument/2006/relationships/customXml" Target="../ink/ink51.xml"/><Relationship Id="rId108" Type="http://schemas.openxmlformats.org/officeDocument/2006/relationships/customXml" Target="../ink/ink54.xml"/><Relationship Id="rId54" Type="http://schemas.openxmlformats.org/officeDocument/2006/relationships/image" Target="../media/image33.png"/><Relationship Id="rId70" Type="http://schemas.openxmlformats.org/officeDocument/2006/relationships/image" Target="../media/image41.png"/><Relationship Id="rId75" Type="http://schemas.openxmlformats.org/officeDocument/2006/relationships/customXml" Target="../ink/ink37.xml"/><Relationship Id="rId91" Type="http://schemas.openxmlformats.org/officeDocument/2006/relationships/customXml" Target="../ink/ink45.xml"/><Relationship Id="rId96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23" Type="http://schemas.openxmlformats.org/officeDocument/2006/relationships/customXml" Target="../ink/ink11.xml"/><Relationship Id="rId28" Type="http://schemas.openxmlformats.org/officeDocument/2006/relationships/image" Target="../media/image20.png"/><Relationship Id="rId49" Type="http://schemas.openxmlformats.org/officeDocument/2006/relationships/customXml" Target="../ink/ink24.xml"/><Relationship Id="rId114" Type="http://schemas.openxmlformats.org/officeDocument/2006/relationships/customXml" Target="../ink/ink57.xml"/><Relationship Id="rId119" Type="http://schemas.openxmlformats.org/officeDocument/2006/relationships/image" Target="../media/image65.png"/><Relationship Id="rId44" Type="http://schemas.openxmlformats.org/officeDocument/2006/relationships/image" Target="../media/image28.png"/><Relationship Id="rId60" Type="http://schemas.openxmlformats.org/officeDocument/2006/relationships/image" Target="../media/image36.png"/><Relationship Id="rId65" Type="http://schemas.openxmlformats.org/officeDocument/2006/relationships/customXml" Target="../ink/ink32.xml"/><Relationship Id="rId81" Type="http://schemas.openxmlformats.org/officeDocument/2006/relationships/customXml" Target="../ink/ink40.xml"/><Relationship Id="rId86" Type="http://schemas.openxmlformats.org/officeDocument/2006/relationships/image" Target="../media/image49.png"/><Relationship Id="rId4" Type="http://schemas.openxmlformats.org/officeDocument/2006/relationships/image" Target="../media/image8.png"/><Relationship Id="rId9" Type="http://schemas.openxmlformats.org/officeDocument/2006/relationships/customXml" Target="../ink/ink4.xml"/><Relationship Id="rId13" Type="http://schemas.openxmlformats.org/officeDocument/2006/relationships/customXml" Target="../ink/ink6.xml"/><Relationship Id="rId18" Type="http://schemas.openxmlformats.org/officeDocument/2006/relationships/image" Target="../media/image15.png"/><Relationship Id="rId39" Type="http://schemas.openxmlformats.org/officeDocument/2006/relationships/customXml" Target="../ink/ink19.xml"/><Relationship Id="rId109" Type="http://schemas.openxmlformats.org/officeDocument/2006/relationships/image" Target="../media/image60.png"/><Relationship Id="rId34" Type="http://schemas.openxmlformats.org/officeDocument/2006/relationships/image" Target="../media/image23.png"/><Relationship Id="rId50" Type="http://schemas.openxmlformats.org/officeDocument/2006/relationships/image" Target="../media/image31.png"/><Relationship Id="rId55" Type="http://schemas.openxmlformats.org/officeDocument/2006/relationships/customXml" Target="../ink/ink27.xml"/><Relationship Id="rId76" Type="http://schemas.openxmlformats.org/officeDocument/2006/relationships/image" Target="../media/image44.png"/><Relationship Id="rId97" Type="http://schemas.openxmlformats.org/officeDocument/2006/relationships/customXml" Target="../ink/ink48.xml"/><Relationship Id="rId104" Type="http://schemas.openxmlformats.org/officeDocument/2006/relationships/image" Target="../media/image58.png"/><Relationship Id="rId120" Type="http://schemas.openxmlformats.org/officeDocument/2006/relationships/customXml" Target="../ink/ink60.xml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92" Type="http://schemas.openxmlformats.org/officeDocument/2006/relationships/image" Target="../media/image52.png"/><Relationship Id="rId2" Type="http://schemas.openxmlformats.org/officeDocument/2006/relationships/image" Target="../media/image7.png"/><Relationship Id="rId29" Type="http://schemas.openxmlformats.org/officeDocument/2006/relationships/customXml" Target="../ink/ink14.xml"/><Relationship Id="rId24" Type="http://schemas.openxmlformats.org/officeDocument/2006/relationships/image" Target="../media/image18.png"/><Relationship Id="rId40" Type="http://schemas.openxmlformats.org/officeDocument/2006/relationships/image" Target="../media/image26.png"/><Relationship Id="rId45" Type="http://schemas.openxmlformats.org/officeDocument/2006/relationships/customXml" Target="../ink/ink22.xml"/><Relationship Id="rId66" Type="http://schemas.openxmlformats.org/officeDocument/2006/relationships/image" Target="../media/image39.png"/><Relationship Id="rId87" Type="http://schemas.openxmlformats.org/officeDocument/2006/relationships/customXml" Target="../ink/ink43.xml"/><Relationship Id="rId110" Type="http://schemas.openxmlformats.org/officeDocument/2006/relationships/customXml" Target="../ink/ink55.xml"/><Relationship Id="rId115" Type="http://schemas.openxmlformats.org/officeDocument/2006/relationships/image" Target="../media/image63.png"/><Relationship Id="rId61" Type="http://schemas.openxmlformats.org/officeDocument/2006/relationships/customXml" Target="../ink/ink30.xml"/><Relationship Id="rId82" Type="http://schemas.openxmlformats.org/officeDocument/2006/relationships/image" Target="../media/image47.png"/><Relationship Id="rId19" Type="http://schemas.openxmlformats.org/officeDocument/2006/relationships/customXml" Target="../ink/ink9.xml"/><Relationship Id="rId14" Type="http://schemas.openxmlformats.org/officeDocument/2006/relationships/image" Target="../media/image13.png"/><Relationship Id="rId30" Type="http://schemas.openxmlformats.org/officeDocument/2006/relationships/image" Target="../media/image21.png"/><Relationship Id="rId35" Type="http://schemas.openxmlformats.org/officeDocument/2006/relationships/customXml" Target="../ink/ink17.xml"/><Relationship Id="rId56" Type="http://schemas.openxmlformats.org/officeDocument/2006/relationships/image" Target="../media/image34.png"/><Relationship Id="rId77" Type="http://schemas.openxmlformats.org/officeDocument/2006/relationships/customXml" Target="../ink/ink38.xml"/><Relationship Id="rId100" Type="http://schemas.openxmlformats.org/officeDocument/2006/relationships/image" Target="../media/image56.png"/><Relationship Id="rId105" Type="http://schemas.openxmlformats.org/officeDocument/2006/relationships/customXml" Target="../ink/ink52.xml"/><Relationship Id="rId8" Type="http://schemas.openxmlformats.org/officeDocument/2006/relationships/image" Target="../media/image10.png"/><Relationship Id="rId51" Type="http://schemas.openxmlformats.org/officeDocument/2006/relationships/customXml" Target="../ink/ink25.xml"/><Relationship Id="rId72" Type="http://schemas.openxmlformats.org/officeDocument/2006/relationships/image" Target="../media/image42.png"/><Relationship Id="rId93" Type="http://schemas.openxmlformats.org/officeDocument/2006/relationships/customXml" Target="../ink/ink46.xml"/><Relationship Id="rId98" Type="http://schemas.openxmlformats.org/officeDocument/2006/relationships/image" Target="../media/image55.png"/><Relationship Id="rId121" Type="http://schemas.openxmlformats.org/officeDocument/2006/relationships/image" Target="../media/image66.png"/><Relationship Id="rId3" Type="http://schemas.openxmlformats.org/officeDocument/2006/relationships/customXml" Target="../ink/ink1.xml"/><Relationship Id="rId25" Type="http://schemas.openxmlformats.org/officeDocument/2006/relationships/customXml" Target="../ink/ink12.xml"/><Relationship Id="rId46" Type="http://schemas.openxmlformats.org/officeDocument/2006/relationships/image" Target="../media/image29.png"/><Relationship Id="rId67" Type="http://schemas.openxmlformats.org/officeDocument/2006/relationships/customXml" Target="../ink/ink33.xml"/><Relationship Id="rId116" Type="http://schemas.openxmlformats.org/officeDocument/2006/relationships/customXml" Target="../ink/ink58.xml"/><Relationship Id="rId20" Type="http://schemas.openxmlformats.org/officeDocument/2006/relationships/image" Target="../media/image16.png"/><Relationship Id="rId41" Type="http://schemas.openxmlformats.org/officeDocument/2006/relationships/customXml" Target="../ink/ink20.xml"/><Relationship Id="rId62" Type="http://schemas.openxmlformats.org/officeDocument/2006/relationships/image" Target="../media/image37.png"/><Relationship Id="rId83" Type="http://schemas.openxmlformats.org/officeDocument/2006/relationships/customXml" Target="../ink/ink41.xml"/><Relationship Id="rId88" Type="http://schemas.openxmlformats.org/officeDocument/2006/relationships/image" Target="../media/image50.png"/><Relationship Id="rId111" Type="http://schemas.openxmlformats.org/officeDocument/2006/relationships/image" Target="../media/image61.png"/><Relationship Id="rId15" Type="http://schemas.openxmlformats.org/officeDocument/2006/relationships/customXml" Target="../ink/ink7.xml"/><Relationship Id="rId36" Type="http://schemas.openxmlformats.org/officeDocument/2006/relationships/image" Target="../media/image24.png"/><Relationship Id="rId57" Type="http://schemas.openxmlformats.org/officeDocument/2006/relationships/customXml" Target="../ink/ink28.xml"/><Relationship Id="rId106" Type="http://schemas.openxmlformats.org/officeDocument/2006/relationships/customXml" Target="../ink/ink53.xml"/><Relationship Id="rId10" Type="http://schemas.openxmlformats.org/officeDocument/2006/relationships/image" Target="../media/image11.png"/><Relationship Id="rId31" Type="http://schemas.openxmlformats.org/officeDocument/2006/relationships/customXml" Target="../ink/ink15.xml"/><Relationship Id="rId52" Type="http://schemas.openxmlformats.org/officeDocument/2006/relationships/image" Target="../media/image32.png"/><Relationship Id="rId73" Type="http://schemas.openxmlformats.org/officeDocument/2006/relationships/customXml" Target="../ink/ink36.xml"/><Relationship Id="rId78" Type="http://schemas.openxmlformats.org/officeDocument/2006/relationships/image" Target="../media/image45.png"/><Relationship Id="rId94" Type="http://schemas.openxmlformats.org/officeDocument/2006/relationships/image" Target="../media/image53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customXml" Target="../ink/ink6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E6319-A62A-B444-ADAD-8972AE1B0A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48118"/>
            <a:ext cx="9144000" cy="1922929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3100" dirty="0"/>
              <a:t>CSCI 5343 Algorithms</a:t>
            </a:r>
            <a:br>
              <a:rPr lang="en-US" sz="3100" dirty="0"/>
            </a:br>
            <a:r>
              <a:rPr lang="en-US" sz="3100" dirty="0"/>
              <a:t>Spring 2025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B2D859-22D5-E943-B0B7-72D5D0A6F6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9963"/>
            <a:ext cx="9144000" cy="1895755"/>
          </a:xfrm>
        </p:spPr>
        <p:txBody>
          <a:bodyPr>
            <a:normAutofit/>
          </a:bodyPr>
          <a:lstStyle/>
          <a:p>
            <a:pPr>
              <a:buClr>
                <a:srgbClr val="002060"/>
              </a:buClr>
              <a:buSzPct val="70000"/>
            </a:pPr>
            <a:r>
              <a:rPr lang="en-US" dirty="0"/>
              <a:t>Dept. of Computational, Engineering, &amp; Mathematical Sciences</a:t>
            </a:r>
          </a:p>
          <a:p>
            <a:pPr>
              <a:buClr>
                <a:srgbClr val="002060"/>
              </a:buClr>
              <a:buSzPct val="70000"/>
            </a:pPr>
            <a:endParaRPr lang="en-US" dirty="0"/>
          </a:p>
          <a:p>
            <a:pPr>
              <a:buClr>
                <a:srgbClr val="002060"/>
              </a:buClr>
              <a:buSzPct val="70000"/>
            </a:pPr>
            <a:r>
              <a:rPr lang="en-US" dirty="0"/>
              <a:t>Chapter 16 </a:t>
            </a:r>
            <a:r>
              <a:rPr lang="en-US" altLang="en-US" dirty="0"/>
              <a:t>Greedy Algorithms</a:t>
            </a:r>
          </a:p>
          <a:p>
            <a:pPr>
              <a:buClr>
                <a:srgbClr val="002060"/>
              </a:buClr>
              <a:buSzPct val="70000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716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040130" y="0"/>
            <a:ext cx="8153400" cy="9906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dirty="0"/>
              <a:t>Objectives</a:t>
            </a:r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>
                <a:solidFill>
                  <a:schemeClr val="tx2"/>
                </a:solidFill>
                <a:latin typeface="Rage Italic" panose="03070502040507070304" pitchFamily="66" charset="0"/>
              </a:rPr>
              <a:t> 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320165" y="1617346"/>
            <a:ext cx="7400365" cy="2528047"/>
          </a:xfrm>
        </p:spPr>
        <p:txBody>
          <a:bodyPr>
            <a:normAutofit lnSpcReduction="10000"/>
          </a:bodyPr>
          <a:lstStyle/>
          <a:p>
            <a:pPr eaLnBrk="1" hangingPunct="1">
              <a:buFontTx/>
              <a:buNone/>
            </a:pPr>
            <a:r>
              <a:rPr lang="en-US" altLang="en-US" sz="2400" dirty="0"/>
              <a:t>Discuss the following topics: </a:t>
            </a:r>
          </a:p>
          <a:p>
            <a:pPr eaLnBrk="1" hangingPunct="1">
              <a:buClr>
                <a:srgbClr val="002060"/>
              </a:buClr>
            </a:pPr>
            <a:r>
              <a:rPr lang="en-US" altLang="en-US" sz="2400" dirty="0"/>
              <a:t>Greedy Algorithms</a:t>
            </a:r>
          </a:p>
          <a:p>
            <a:pPr lvl="1">
              <a:buClr>
                <a:srgbClr val="002060"/>
              </a:buClr>
            </a:pPr>
            <a:r>
              <a:rPr lang="en-US" altLang="en-US" dirty="0"/>
              <a:t>Making the greedy choice</a:t>
            </a:r>
          </a:p>
          <a:p>
            <a:pPr lvl="1">
              <a:buClr>
                <a:srgbClr val="002060"/>
              </a:buClr>
            </a:pPr>
            <a:r>
              <a:rPr lang="en-US" altLang="en-US" dirty="0"/>
              <a:t>Elements of the greedy strategy</a:t>
            </a:r>
          </a:p>
          <a:p>
            <a:pPr lvl="1">
              <a:buClr>
                <a:srgbClr val="002060"/>
              </a:buClr>
            </a:pPr>
            <a:r>
              <a:rPr lang="en-US" altLang="en-US" dirty="0"/>
              <a:t>Knapsack problem</a:t>
            </a:r>
          </a:p>
          <a:p>
            <a:pPr lvl="2">
              <a:buClr>
                <a:srgbClr val="002060"/>
              </a:buClr>
            </a:pPr>
            <a:r>
              <a:rPr lang="en-US" altLang="en-US" dirty="0"/>
              <a:t>Dynamic programming</a:t>
            </a:r>
          </a:p>
          <a:p>
            <a:pPr lvl="2">
              <a:buClr>
                <a:srgbClr val="002060"/>
              </a:buClr>
            </a:pPr>
            <a:r>
              <a:rPr lang="en-US" altLang="en-US" dirty="0"/>
              <a:t>Greedy strategy</a:t>
            </a: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3960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810" y="0"/>
            <a:ext cx="10515600" cy="1148715"/>
          </a:xfrm>
        </p:spPr>
        <p:txBody>
          <a:bodyPr/>
          <a:lstStyle/>
          <a:p>
            <a:r>
              <a:rPr lang="en-US" sz="3600" dirty="0"/>
              <a:t>Greedy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3317" y="1384426"/>
            <a:ext cx="10091650" cy="4532617"/>
          </a:xfrm>
        </p:spPr>
        <p:txBody>
          <a:bodyPr>
            <a:normAutofit/>
          </a:bodyPr>
          <a:lstStyle/>
          <a:p>
            <a:pPr>
              <a:buClr>
                <a:srgbClr val="002060"/>
              </a:buClr>
            </a:pPr>
            <a:r>
              <a:rPr lang="en-US" sz="2500" dirty="0"/>
              <a:t>Always makes the choice that looks best at the moment</a:t>
            </a:r>
          </a:p>
          <a:p>
            <a:pPr>
              <a:buClr>
                <a:srgbClr val="002060"/>
              </a:buClr>
            </a:pPr>
            <a:r>
              <a:rPr lang="en-US" sz="2500" dirty="0"/>
              <a:t>Makes a locally optimal choice in the hope that this choice will lead to a globally optimal solution </a:t>
            </a:r>
          </a:p>
          <a:p>
            <a:pPr>
              <a:buClr>
                <a:srgbClr val="002060"/>
              </a:buClr>
            </a:pPr>
            <a:r>
              <a:rPr lang="en-US" sz="2500" dirty="0"/>
              <a:t>Does not always yield optimal solutions, but for many problems, they do</a:t>
            </a:r>
          </a:p>
          <a:p>
            <a:pPr>
              <a:buClr>
                <a:srgbClr val="002060"/>
              </a:buClr>
            </a:pPr>
            <a:r>
              <a:rPr lang="en-US" sz="2500" dirty="0"/>
              <a:t>The greedy method is quite powerful and works well for a wide range of problems</a:t>
            </a:r>
          </a:p>
          <a:p>
            <a:pPr lvl="1">
              <a:buClr>
                <a:srgbClr val="002060"/>
              </a:buClr>
            </a:pPr>
            <a:r>
              <a:rPr lang="en-US" sz="2500" dirty="0"/>
              <a:t> Minimum-spanning-tree algorithms </a:t>
            </a:r>
          </a:p>
          <a:p>
            <a:pPr lvl="1">
              <a:buClr>
                <a:srgbClr val="002060"/>
              </a:buClr>
            </a:pPr>
            <a:r>
              <a:rPr lang="en-US" sz="2500" dirty="0"/>
              <a:t> Dijkstra’s algorithm for shortest paths </a:t>
            </a:r>
          </a:p>
          <a:p>
            <a:pPr marL="0" indent="0">
              <a:buClr>
                <a:srgbClr val="002060"/>
              </a:buClr>
              <a:buNone/>
            </a:pPr>
            <a:endParaRPr lang="en-US" dirty="0"/>
          </a:p>
          <a:p>
            <a:pPr marL="0" indent="0">
              <a:buClr>
                <a:srgbClr val="002060"/>
              </a:buCl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3309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9655" y="0"/>
            <a:ext cx="10515600" cy="1080135"/>
          </a:xfrm>
        </p:spPr>
        <p:txBody>
          <a:bodyPr/>
          <a:lstStyle/>
          <a:p>
            <a:r>
              <a:rPr lang="en-US" sz="3600" dirty="0"/>
              <a:t>Elements of Greedy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6158" y="1307208"/>
            <a:ext cx="10089532" cy="4376010"/>
          </a:xfrm>
        </p:spPr>
        <p:txBody>
          <a:bodyPr>
            <a:normAutofit/>
          </a:bodyPr>
          <a:lstStyle/>
          <a:p>
            <a:pPr>
              <a:buClr>
                <a:srgbClr val="002060"/>
              </a:buClr>
            </a:pPr>
            <a:r>
              <a:rPr lang="en-US" sz="2600" dirty="0"/>
              <a:t>Greedy algorithms differ from dynamic programming</a:t>
            </a:r>
          </a:p>
          <a:p>
            <a:pPr>
              <a:buClr>
                <a:srgbClr val="002060"/>
              </a:buClr>
            </a:pPr>
            <a:r>
              <a:rPr lang="en-US" sz="2600" dirty="0"/>
              <a:t>Greedy-choice property</a:t>
            </a:r>
          </a:p>
          <a:p>
            <a:pPr lvl="1">
              <a:buClr>
                <a:srgbClr val="002060"/>
              </a:buClr>
            </a:pPr>
            <a:r>
              <a:rPr lang="en-US" sz="2200" dirty="0"/>
              <a:t>Assemble a globally optimal solution by making locally optimal (greedy) choices</a:t>
            </a:r>
          </a:p>
          <a:p>
            <a:pPr lvl="1">
              <a:buClr>
                <a:srgbClr val="002060"/>
              </a:buClr>
            </a:pPr>
            <a:r>
              <a:rPr lang="en-US" sz="2200" dirty="0"/>
              <a:t>Make the choice that looks best in the current problem, without considering results from subproblems</a:t>
            </a:r>
          </a:p>
          <a:p>
            <a:pPr>
              <a:buClr>
                <a:srgbClr val="002060"/>
              </a:buClr>
            </a:pPr>
            <a:r>
              <a:rPr lang="en-US" sz="2600" dirty="0"/>
              <a:t>Dynamic programming</a:t>
            </a:r>
          </a:p>
          <a:p>
            <a:pPr lvl="1">
              <a:buClr>
                <a:srgbClr val="002060"/>
              </a:buClr>
            </a:pPr>
            <a:r>
              <a:rPr lang="en-US" sz="2200" dirty="0"/>
              <a:t>Make a choice at each step, but this choice usually depends on the solutions to subproblems</a:t>
            </a:r>
          </a:p>
          <a:p>
            <a:pPr lvl="1">
              <a:buClr>
                <a:srgbClr val="002060"/>
              </a:buClr>
            </a:pPr>
            <a:r>
              <a:rPr lang="en-US" sz="2200" dirty="0"/>
              <a:t>Solve dynamic-programming problems in a bottom-up manner, progressing from smaller subproblems to larger subproblems  </a:t>
            </a:r>
          </a:p>
        </p:txBody>
      </p:sp>
    </p:spTree>
    <p:extLst>
      <p:ext uri="{BB962C8B-B14F-4D97-AF65-F5344CB8AC3E}">
        <p14:creationId xmlns:p14="http://schemas.microsoft.com/office/powerpoint/2010/main" val="3480962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945" y="1"/>
            <a:ext cx="10515600" cy="1200150"/>
          </a:xfrm>
        </p:spPr>
        <p:txBody>
          <a:bodyPr/>
          <a:lstStyle/>
          <a:p>
            <a:r>
              <a:rPr lang="en-US" sz="3600" dirty="0"/>
              <a:t>Greedy Strategy Vs. Dynamic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2901" y="1481335"/>
            <a:ext cx="9059434" cy="4195481"/>
          </a:xfrm>
        </p:spPr>
        <p:txBody>
          <a:bodyPr>
            <a:normAutofit/>
          </a:bodyPr>
          <a:lstStyle/>
          <a:p>
            <a:pPr>
              <a:buClr>
                <a:srgbClr val="002060"/>
              </a:buClr>
            </a:pPr>
            <a:r>
              <a:rPr lang="en-US" sz="2500" dirty="0"/>
              <a:t>Greedy Strategy</a:t>
            </a:r>
          </a:p>
          <a:p>
            <a:pPr lvl="1">
              <a:buClr>
                <a:srgbClr val="002060"/>
              </a:buClr>
            </a:pPr>
            <a:r>
              <a:rPr lang="en-US" sz="2500" dirty="0"/>
              <a:t>makes its first choice before solving any </a:t>
            </a:r>
            <a:r>
              <a:rPr lang="en-US" sz="2500" dirty="0" err="1"/>
              <a:t>subproblems</a:t>
            </a:r>
            <a:endParaRPr lang="en-US" sz="2500" dirty="0"/>
          </a:p>
          <a:p>
            <a:pPr lvl="1">
              <a:buClr>
                <a:srgbClr val="002060"/>
              </a:buClr>
            </a:pPr>
            <a:r>
              <a:rPr lang="en-US" sz="2500" dirty="0"/>
              <a:t>usually progresses in a top-down fashion</a:t>
            </a:r>
          </a:p>
          <a:p>
            <a:pPr lvl="1">
              <a:buClr>
                <a:srgbClr val="002060"/>
              </a:buClr>
            </a:pPr>
            <a:r>
              <a:rPr lang="en-US" sz="2500" dirty="0"/>
              <a:t>making one greedy choice after another</a:t>
            </a:r>
          </a:p>
          <a:p>
            <a:pPr>
              <a:buClr>
                <a:srgbClr val="002060"/>
              </a:buClr>
            </a:pPr>
            <a:r>
              <a:rPr lang="en-US" sz="2500" dirty="0"/>
              <a:t>Dynamic Programming</a:t>
            </a:r>
          </a:p>
          <a:p>
            <a:pPr lvl="1">
              <a:buClr>
                <a:srgbClr val="002060"/>
              </a:buClr>
            </a:pPr>
            <a:r>
              <a:rPr lang="en-US" sz="2500" dirty="0"/>
              <a:t>solves the subproblems to solve next problems</a:t>
            </a:r>
          </a:p>
          <a:p>
            <a:pPr lvl="1">
              <a:buClr>
                <a:srgbClr val="002060"/>
              </a:buClr>
            </a:pPr>
            <a:r>
              <a:rPr lang="en-US" sz="2500" dirty="0"/>
              <a:t>proceeds bottom up</a:t>
            </a:r>
          </a:p>
          <a:p>
            <a:pPr>
              <a:buClr>
                <a:srgbClr val="002060"/>
              </a:buClr>
            </a:pPr>
            <a:r>
              <a:rPr lang="en-US" sz="2500" dirty="0"/>
              <a:t>Greedy vs. dynamic programming</a:t>
            </a:r>
          </a:p>
          <a:p>
            <a:pPr lvl="1">
              <a:buClr>
                <a:srgbClr val="002060"/>
              </a:buClr>
            </a:pPr>
            <a:r>
              <a:rPr lang="en-US" dirty="0"/>
              <a:t>The knapsack problem is a good example of the difference.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2182636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2553" y="22226"/>
            <a:ext cx="10515600" cy="1172210"/>
          </a:xfrm>
        </p:spPr>
        <p:txBody>
          <a:bodyPr/>
          <a:lstStyle/>
          <a:p>
            <a:r>
              <a:rPr lang="en-US" sz="3600" dirty="0"/>
              <a:t>0-1 Knapsack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0438" y="1376357"/>
            <a:ext cx="9883792" cy="4572958"/>
          </a:xfrm>
        </p:spPr>
        <p:txBody>
          <a:bodyPr>
            <a:normAutofit/>
          </a:bodyPr>
          <a:lstStyle/>
          <a:p>
            <a:pPr>
              <a:buClr>
                <a:srgbClr val="002060"/>
              </a:buClr>
            </a:pPr>
            <a:r>
              <a:rPr lang="en-US" sz="2400" dirty="0"/>
              <a:t> 0-1 knapsack problem</a:t>
            </a:r>
          </a:p>
          <a:p>
            <a:pPr lvl="1">
              <a:buClr>
                <a:srgbClr val="002060"/>
              </a:buClr>
            </a:pPr>
            <a:r>
              <a:rPr lang="en-US" dirty="0"/>
              <a:t>A thief robbing a store finds n items</a:t>
            </a:r>
          </a:p>
          <a:p>
            <a:pPr lvl="1">
              <a:buClr>
                <a:srgbClr val="002060"/>
              </a:buClr>
            </a:pPr>
            <a:r>
              <a:rPr lang="en-US" dirty="0"/>
              <a:t>The </a:t>
            </a:r>
            <a:r>
              <a:rPr lang="en-US" dirty="0" err="1"/>
              <a:t>ith</a:t>
            </a:r>
            <a:r>
              <a:rPr lang="en-US" dirty="0"/>
              <a:t> item is worth v</a:t>
            </a:r>
            <a:r>
              <a:rPr lang="en-US" baseline="-25000" dirty="0"/>
              <a:t>i</a:t>
            </a:r>
            <a:r>
              <a:rPr lang="en-US" dirty="0"/>
              <a:t> dollars and weighs </a:t>
            </a:r>
            <a:r>
              <a:rPr lang="en-US" dirty="0" err="1"/>
              <a:t>w</a:t>
            </a:r>
            <a:r>
              <a:rPr lang="en-US" baseline="-25000" dirty="0" err="1"/>
              <a:t>i</a:t>
            </a:r>
            <a:r>
              <a:rPr lang="en-US" dirty="0"/>
              <a:t> pounds, where v</a:t>
            </a:r>
            <a:r>
              <a:rPr lang="en-US" baseline="-25000" dirty="0"/>
              <a:t>i</a:t>
            </a:r>
            <a:r>
              <a:rPr lang="en-US" dirty="0"/>
              <a:t> and </a:t>
            </a:r>
            <a:r>
              <a:rPr lang="en-US" dirty="0" err="1"/>
              <a:t>w</a:t>
            </a:r>
            <a:r>
              <a:rPr lang="en-US" baseline="-25000" dirty="0" err="1"/>
              <a:t>i</a:t>
            </a:r>
            <a:r>
              <a:rPr lang="en-US" dirty="0"/>
              <a:t> are integers</a:t>
            </a:r>
          </a:p>
          <a:p>
            <a:pPr lvl="1">
              <a:buClr>
                <a:srgbClr val="002060"/>
              </a:buClr>
            </a:pPr>
            <a:r>
              <a:rPr lang="en-US" dirty="0"/>
              <a:t>The thief wants to take as valuable a load as possible, but he/she can carry at most W pounds in the knapsack, for some integer W. </a:t>
            </a:r>
          </a:p>
          <a:p>
            <a:pPr lvl="1">
              <a:buClr>
                <a:srgbClr val="002060"/>
              </a:buClr>
            </a:pPr>
            <a:r>
              <a:rPr lang="en-US" dirty="0"/>
              <a:t>Which items should he/she take?</a:t>
            </a:r>
          </a:p>
          <a:p>
            <a:pPr lvl="1">
              <a:buClr>
                <a:srgbClr val="002060"/>
              </a:buClr>
            </a:pPr>
            <a:r>
              <a:rPr lang="en-US" dirty="0"/>
              <a:t>0-1 knapsack problem because, for each item, the thief must either take it or leave it behind</a:t>
            </a:r>
          </a:p>
        </p:txBody>
      </p:sp>
    </p:spTree>
    <p:extLst>
      <p:ext uri="{BB962C8B-B14F-4D97-AF65-F5344CB8AC3E}">
        <p14:creationId xmlns:p14="http://schemas.microsoft.com/office/powerpoint/2010/main" val="1754667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2553" y="22226"/>
            <a:ext cx="10515600" cy="1172210"/>
          </a:xfrm>
        </p:spPr>
        <p:txBody>
          <a:bodyPr/>
          <a:lstStyle/>
          <a:p>
            <a:r>
              <a:rPr lang="en-US" sz="3600" dirty="0"/>
              <a:t>0-1 Knapsack Problem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478" y="1659849"/>
            <a:ext cx="8359534" cy="2312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98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697" y="1"/>
            <a:ext cx="10515600" cy="1222218"/>
          </a:xfrm>
        </p:spPr>
        <p:txBody>
          <a:bodyPr>
            <a:normAutofit/>
          </a:bodyPr>
          <a:lstStyle/>
          <a:p>
            <a:r>
              <a:rPr lang="en-US" sz="3600" dirty="0"/>
              <a:t>0-1 Knapsack Problem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TEXAS A&amp;M-SAN ANTONIO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295" y="1580121"/>
            <a:ext cx="7404945" cy="3698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251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323" y="1"/>
            <a:ext cx="10515600" cy="1186004"/>
          </a:xfrm>
        </p:spPr>
        <p:txBody>
          <a:bodyPr>
            <a:normAutofit/>
          </a:bodyPr>
          <a:lstStyle/>
          <a:p>
            <a:r>
              <a:rPr lang="en-US" sz="3600" dirty="0"/>
              <a:t>0-1 Knapsack Problem Using Dynamic Programming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TEXAS A&amp;M-SAN ANTONIO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3091C64-A331-498B-B7CE-FF9A87984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323" y="1574801"/>
            <a:ext cx="9567229" cy="3835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212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A68AA-4035-CEF6-1A90-663A8D743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899" y="18256"/>
            <a:ext cx="10515600" cy="1024146"/>
          </a:xfrm>
        </p:spPr>
        <p:txBody>
          <a:bodyPr>
            <a:normAutofit/>
          </a:bodyPr>
          <a:lstStyle/>
          <a:p>
            <a:r>
              <a:rPr lang="en-US" sz="3600" dirty="0"/>
              <a:t>Exercise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2FBE2-45C3-AE83-CDEC-D434B5DED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TEXAS A&amp;M-SAN ANTONIO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E14957-539F-B0BF-96B7-A6E649E69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328" y="1042401"/>
            <a:ext cx="10318045" cy="53139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F62BD4E-BB91-D2D5-C576-E9F6DBF8A4CF}"/>
              </a:ext>
            </a:extLst>
          </p:cNvPr>
          <p:cNvSpPr txBox="1"/>
          <p:nvPr/>
        </p:nvSpPr>
        <p:spPr>
          <a:xfrm>
            <a:off x="7216910" y="1123275"/>
            <a:ext cx="4674795" cy="1025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200"/>
              </a:spcBef>
              <a:spcAft>
                <a:spcPts val="2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Items: A, B, C, D</a:t>
            </a:r>
            <a:endParaRPr lang="en-US" sz="1800" kern="50" dirty="0">
              <a:effectLst/>
              <a:latin typeface="Times New Roman" panose="02020603050405020304" pitchFamily="18" charset="0"/>
              <a:ea typeface="Batang" panose="02030600000101010101" pitchFamily="18" charset="-127"/>
            </a:endParaRPr>
          </a:p>
          <a:p>
            <a:pPr marL="0" marR="0">
              <a:spcBef>
                <a:spcPts val="200"/>
              </a:spcBef>
              <a:spcAft>
                <a:spcPts val="2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Their weight: weight[</a:t>
            </a:r>
            <a:r>
              <a:rPr lang="en-US" sz="18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] = {1, 2, 3, 5};</a:t>
            </a:r>
            <a:endParaRPr lang="en-US" sz="1800" kern="50" dirty="0">
              <a:effectLst/>
              <a:latin typeface="Times New Roman" panose="02020603050405020304" pitchFamily="18" charset="0"/>
              <a:ea typeface="Batang" panose="02030600000101010101" pitchFamily="18" charset="-127"/>
            </a:endParaRPr>
          </a:p>
          <a:p>
            <a:pPr marL="0" marR="0">
              <a:spcBef>
                <a:spcPts val="200"/>
              </a:spcBef>
              <a:spcAft>
                <a:spcPts val="2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Their values: </a:t>
            </a:r>
            <a:r>
              <a:rPr lang="en-US" sz="18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val</a:t>
            </a: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</a:t>
            </a:r>
            <a:r>
              <a:rPr lang="en-US" sz="18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] ={6, 11, 12, 14};</a:t>
            </a:r>
            <a:endParaRPr lang="en-US" sz="1800" kern="50" dirty="0">
              <a:effectLst/>
              <a:latin typeface="Times New Roman" panose="02020603050405020304" pitchFamily="18" charset="0"/>
              <a:ea typeface="Batang" panose="02030600000101010101" pitchFamily="18" charset="-127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6C53B1A-5595-8C4B-7A66-C842188E426B}"/>
                  </a:ext>
                </a:extLst>
              </p14:cNvPr>
              <p14:cNvContentPartPr/>
              <p14:nvPr/>
            </p14:nvContentPartPr>
            <p14:xfrm>
              <a:off x="4951134" y="2694125"/>
              <a:ext cx="634680" cy="5504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6C53B1A-5595-8C4B-7A66-C842188E426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45014" y="2688005"/>
                <a:ext cx="646920" cy="56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605204D-6582-BB86-A318-68234EA9BDAA}"/>
                  </a:ext>
                </a:extLst>
              </p14:cNvPr>
              <p14:cNvContentPartPr/>
              <p14:nvPr/>
            </p14:nvContentPartPr>
            <p14:xfrm>
              <a:off x="5933574" y="2800685"/>
              <a:ext cx="342360" cy="4014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605204D-6582-BB86-A318-68234EA9BDA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27454" y="2794565"/>
                <a:ext cx="354600" cy="41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904FCF0-8F48-5FEF-007B-E55130A24837}"/>
                  </a:ext>
                </a:extLst>
              </p14:cNvPr>
              <p14:cNvContentPartPr/>
              <p14:nvPr/>
            </p14:nvContentPartPr>
            <p14:xfrm>
              <a:off x="4124574" y="2762885"/>
              <a:ext cx="379440" cy="4107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904FCF0-8F48-5FEF-007B-E55130A2483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118454" y="2756765"/>
                <a:ext cx="391680" cy="423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60949DCE-EF4C-96AB-4076-DD2B74A618F9}"/>
              </a:ext>
            </a:extLst>
          </p:cNvPr>
          <p:cNvGrpSpPr/>
          <p:nvPr/>
        </p:nvGrpSpPr>
        <p:grpSpPr>
          <a:xfrm>
            <a:off x="4348494" y="4319165"/>
            <a:ext cx="6818400" cy="332280"/>
            <a:chOff x="4348494" y="4319165"/>
            <a:chExt cx="6818400" cy="33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FF1F108-E97B-7B4A-39F9-F7CDD692661B}"/>
                    </a:ext>
                  </a:extLst>
                </p14:cNvPr>
                <p14:cNvContentPartPr/>
                <p14:nvPr/>
              </p14:nvContentPartPr>
              <p14:xfrm>
                <a:off x="4348494" y="4425005"/>
                <a:ext cx="5815800" cy="1180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FF1F108-E97B-7B4A-39F9-F7CDD692661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342374" y="4418885"/>
                  <a:ext cx="58280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1A5917A-8C3B-3B2B-5FF1-486F1B6DCD8F}"/>
                    </a:ext>
                  </a:extLst>
                </p14:cNvPr>
                <p14:cNvContentPartPr/>
                <p14:nvPr/>
              </p14:nvContentPartPr>
              <p14:xfrm>
                <a:off x="11028654" y="4319165"/>
                <a:ext cx="138240" cy="3322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1A5917A-8C3B-3B2B-5FF1-486F1B6DCD8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022534" y="4313045"/>
                  <a:ext cx="150480" cy="344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6329EDC-E7A8-A463-8216-16DD827EFF92}"/>
                  </a:ext>
                </a:extLst>
              </p14:cNvPr>
              <p14:cNvContentPartPr/>
              <p14:nvPr/>
            </p14:nvContentPartPr>
            <p14:xfrm>
              <a:off x="4066254" y="4950965"/>
              <a:ext cx="360" cy="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6329EDC-E7A8-A463-8216-16DD827EFF9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060134" y="4944845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C785B3C1-5FBD-D91F-B2EE-66CB0C3648BD}"/>
                  </a:ext>
                </a:extLst>
              </p14:cNvPr>
              <p14:cNvContentPartPr/>
              <p14:nvPr/>
            </p14:nvContentPartPr>
            <p14:xfrm>
              <a:off x="4015134" y="4814525"/>
              <a:ext cx="226440" cy="2361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C785B3C1-5FBD-D91F-B2EE-66CB0C3648B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009014" y="4808405"/>
                <a:ext cx="238680" cy="24840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ED4779DD-F9C5-19BD-9EAF-246EA82BC06D}"/>
              </a:ext>
            </a:extLst>
          </p:cNvPr>
          <p:cNvGrpSpPr/>
          <p:nvPr/>
        </p:nvGrpSpPr>
        <p:grpSpPr>
          <a:xfrm>
            <a:off x="4756734" y="4707965"/>
            <a:ext cx="5535706" cy="417600"/>
            <a:chOff x="4756734" y="4707965"/>
            <a:chExt cx="5535706" cy="41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A41B3F2-BA9F-5156-BB6A-B015DAE64A4E}"/>
                    </a:ext>
                  </a:extLst>
                </p14:cNvPr>
                <p14:cNvContentPartPr/>
                <p14:nvPr/>
              </p14:nvContentPartPr>
              <p14:xfrm>
                <a:off x="4785894" y="4707965"/>
                <a:ext cx="30240" cy="2523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A41B3F2-BA9F-5156-BB6A-B015DAE64A4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779774" y="4701845"/>
                  <a:ext cx="4248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37BA77F-66B0-B5C3-8849-298244B4422D}"/>
                    </a:ext>
                  </a:extLst>
                </p14:cNvPr>
                <p14:cNvContentPartPr/>
                <p14:nvPr/>
              </p14:nvContentPartPr>
              <p14:xfrm>
                <a:off x="5000094" y="4746845"/>
                <a:ext cx="39240" cy="3787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37BA77F-66B0-B5C3-8849-298244B4422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993974" y="4740725"/>
                  <a:ext cx="5148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C4307F6-89E6-3C47-B13C-C7669D2038C4}"/>
                    </a:ext>
                  </a:extLst>
                </p14:cNvPr>
                <p14:cNvContentPartPr/>
                <p14:nvPr/>
              </p14:nvContentPartPr>
              <p14:xfrm>
                <a:off x="4756734" y="4795805"/>
                <a:ext cx="88200" cy="2908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C4307F6-89E6-3C47-B13C-C7669D2038C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750614" y="4789685"/>
                  <a:ext cx="10044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AF1FE60-604F-BADC-C818-1D985C633932}"/>
                    </a:ext>
                  </a:extLst>
                </p14:cNvPr>
                <p14:cNvContentPartPr/>
                <p14:nvPr/>
              </p14:nvContentPartPr>
              <p14:xfrm>
                <a:off x="5516680" y="4825920"/>
                <a:ext cx="4775760" cy="824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AF1FE60-604F-BADC-C818-1D985C63393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510560" y="4819440"/>
                  <a:ext cx="4788000" cy="9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1297707-985B-4684-C152-03B057A93972}"/>
              </a:ext>
            </a:extLst>
          </p:cNvPr>
          <p:cNvGrpSpPr/>
          <p:nvPr/>
        </p:nvGrpSpPr>
        <p:grpSpPr>
          <a:xfrm>
            <a:off x="10861240" y="4722240"/>
            <a:ext cx="578520" cy="490680"/>
            <a:chOff x="10861240" y="4722240"/>
            <a:chExt cx="578520" cy="49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A4321FC-0B52-D87B-BDE9-34296C463103}"/>
                    </a:ext>
                  </a:extLst>
                </p14:cNvPr>
                <p14:cNvContentPartPr/>
                <p14:nvPr/>
              </p14:nvContentPartPr>
              <p14:xfrm>
                <a:off x="10861240" y="4836000"/>
                <a:ext cx="59400" cy="3769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A4321FC-0B52-D87B-BDE9-34296C46310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855120" y="4829880"/>
                  <a:ext cx="7164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DB45E46-EBAC-EA73-9A3E-4BAB8297B1E7}"/>
                    </a:ext>
                  </a:extLst>
                </p14:cNvPr>
                <p14:cNvContentPartPr/>
                <p14:nvPr/>
              </p14:nvContentPartPr>
              <p14:xfrm>
                <a:off x="11044120" y="4722240"/>
                <a:ext cx="395640" cy="3672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DB45E46-EBAC-EA73-9A3E-4BAB8297B1E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1038000" y="4716120"/>
                  <a:ext cx="40788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3D4E2E8-8687-1918-B09C-913C58C1D787}"/>
                    </a:ext>
                  </a:extLst>
                </p14:cNvPr>
                <p14:cNvContentPartPr/>
                <p14:nvPr/>
              </p14:nvContentPartPr>
              <p14:xfrm>
                <a:off x="11185960" y="4939680"/>
                <a:ext cx="184320" cy="594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3D4E2E8-8687-1918-B09C-913C58C1D787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1179840" y="4933560"/>
                  <a:ext cx="1965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C89D964-8FC3-BA4A-1695-A41A47CC230C}"/>
                    </a:ext>
                  </a:extLst>
                </p14:cNvPr>
                <p14:cNvContentPartPr/>
                <p14:nvPr/>
              </p14:nvContentPartPr>
              <p14:xfrm>
                <a:off x="11277400" y="4998720"/>
                <a:ext cx="360" cy="1324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C89D964-8FC3-BA4A-1695-A41A47CC230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1271280" y="4992240"/>
                  <a:ext cx="12600" cy="14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547DDBC8-66AF-5FFD-D5F9-19CC73620018}"/>
                  </a:ext>
                </a:extLst>
              </p14:cNvPr>
              <p14:cNvContentPartPr/>
              <p14:nvPr/>
            </p14:nvContentPartPr>
            <p14:xfrm>
              <a:off x="4216360" y="5222280"/>
              <a:ext cx="194400" cy="27720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547DDBC8-66AF-5FFD-D5F9-19CC73620018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210240" y="5216160"/>
                <a:ext cx="20664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0E08039D-AA39-E2FF-10AB-A73CEE12117D}"/>
                  </a:ext>
                </a:extLst>
              </p14:cNvPr>
              <p14:cNvContentPartPr/>
              <p14:nvPr/>
            </p14:nvContentPartPr>
            <p14:xfrm>
              <a:off x="4056160" y="5760840"/>
              <a:ext cx="230400" cy="43848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0E08039D-AA39-E2FF-10AB-A73CEE12117D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4050040" y="5754720"/>
                <a:ext cx="242640" cy="45072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5F03275C-BC87-A985-CB04-A9F5F7709F3B}"/>
              </a:ext>
            </a:extLst>
          </p:cNvPr>
          <p:cNvGrpSpPr/>
          <p:nvPr/>
        </p:nvGrpSpPr>
        <p:grpSpPr>
          <a:xfrm>
            <a:off x="4795240" y="5323440"/>
            <a:ext cx="224280" cy="253800"/>
            <a:chOff x="4795240" y="5323440"/>
            <a:chExt cx="224280" cy="25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4275358-738C-F6E5-81D3-09FF543AC1C1}"/>
                    </a:ext>
                  </a:extLst>
                </p14:cNvPr>
                <p14:cNvContentPartPr/>
                <p14:nvPr/>
              </p14:nvContentPartPr>
              <p14:xfrm>
                <a:off x="4795240" y="5323440"/>
                <a:ext cx="22680" cy="2538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4275358-738C-F6E5-81D3-09FF543AC1C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789120" y="5317320"/>
                  <a:ext cx="3492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12FC887-35B0-2D33-588C-26157143A70D}"/>
                    </a:ext>
                  </a:extLst>
                </p14:cNvPr>
                <p14:cNvContentPartPr/>
                <p14:nvPr/>
              </p14:nvContentPartPr>
              <p14:xfrm>
                <a:off x="5019160" y="5364480"/>
                <a:ext cx="360" cy="1926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12FC887-35B0-2D33-588C-26157143A70D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013040" y="5358000"/>
                  <a:ext cx="12600" cy="20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5608966-6ACD-7230-00DF-4451372F0613}"/>
              </a:ext>
            </a:extLst>
          </p:cNvPr>
          <p:cNvGrpSpPr/>
          <p:nvPr/>
        </p:nvGrpSpPr>
        <p:grpSpPr>
          <a:xfrm>
            <a:off x="4815400" y="5781000"/>
            <a:ext cx="213480" cy="376560"/>
            <a:chOff x="4815400" y="5781000"/>
            <a:chExt cx="213480" cy="37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31E7444-4E39-159E-78E1-15164CB89108}"/>
                    </a:ext>
                  </a:extLst>
                </p14:cNvPr>
                <p14:cNvContentPartPr/>
                <p14:nvPr/>
              </p14:nvContentPartPr>
              <p14:xfrm>
                <a:off x="4815400" y="5781000"/>
                <a:ext cx="360" cy="3765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31E7444-4E39-159E-78E1-15164CB89108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809280" y="5774880"/>
                  <a:ext cx="1260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488F037-4FED-5128-3B24-7399F616941C}"/>
                    </a:ext>
                  </a:extLst>
                </p14:cNvPr>
                <p14:cNvContentPartPr/>
                <p14:nvPr/>
              </p14:nvContentPartPr>
              <p14:xfrm>
                <a:off x="4998280" y="5872080"/>
                <a:ext cx="30600" cy="2646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488F037-4FED-5128-3B24-7399F616941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992160" y="5865960"/>
                  <a:ext cx="42840" cy="27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FD3248C-D331-6294-C169-ABBA83AC5289}"/>
              </a:ext>
            </a:extLst>
          </p:cNvPr>
          <p:cNvGrpSpPr/>
          <p:nvPr/>
        </p:nvGrpSpPr>
        <p:grpSpPr>
          <a:xfrm>
            <a:off x="5435680" y="4846440"/>
            <a:ext cx="377280" cy="418680"/>
            <a:chOff x="5435680" y="4846440"/>
            <a:chExt cx="377280" cy="41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26544D4-7687-B3CB-0551-CAC85D38A595}"/>
                    </a:ext>
                  </a:extLst>
                </p14:cNvPr>
                <p14:cNvContentPartPr/>
                <p14:nvPr/>
              </p14:nvContentPartPr>
              <p14:xfrm>
                <a:off x="5435680" y="4846440"/>
                <a:ext cx="11160" cy="3243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26544D4-7687-B3CB-0551-CAC85D38A59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429560" y="4840320"/>
                  <a:ext cx="2340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89F14D3-FB13-965D-9CDD-51EC024DA7B2}"/>
                    </a:ext>
                  </a:extLst>
                </p14:cNvPr>
                <p14:cNvContentPartPr/>
                <p14:nvPr/>
              </p14:nvContentPartPr>
              <p14:xfrm>
                <a:off x="5536840" y="4886760"/>
                <a:ext cx="254520" cy="3783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89F14D3-FB13-965D-9CDD-51EC024DA7B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530720" y="4880640"/>
                  <a:ext cx="26676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DB58111-6650-AF50-2913-D59426A42C1E}"/>
                    </a:ext>
                  </a:extLst>
                </p14:cNvPr>
                <p14:cNvContentPartPr/>
                <p14:nvPr/>
              </p14:nvContentPartPr>
              <p14:xfrm>
                <a:off x="5709640" y="5090160"/>
                <a:ext cx="103320" cy="122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DB58111-6650-AF50-2913-D59426A42C1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703520" y="5084040"/>
                  <a:ext cx="115560" cy="24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4B32C540-EF73-0476-DBCD-F27682EC1578}"/>
                  </a:ext>
                </a:extLst>
              </p14:cNvPr>
              <p14:cNvContentPartPr/>
              <p14:nvPr/>
            </p14:nvContentPartPr>
            <p14:xfrm>
              <a:off x="6217600" y="2397360"/>
              <a:ext cx="360" cy="36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4B32C540-EF73-0476-DBCD-F27682EC1578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6211480" y="2391240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68" name="Group 67">
            <a:extLst>
              <a:ext uri="{FF2B5EF4-FFF2-40B4-BE49-F238E27FC236}">
                <a16:creationId xmlns:a16="http://schemas.microsoft.com/office/drawing/2014/main" id="{8EC5B70C-ACC2-9A9E-D6BC-CA2DE081D720}"/>
              </a:ext>
            </a:extLst>
          </p:cNvPr>
          <p:cNvGrpSpPr/>
          <p:nvPr/>
        </p:nvGrpSpPr>
        <p:grpSpPr>
          <a:xfrm>
            <a:off x="5445760" y="5343960"/>
            <a:ext cx="477000" cy="354960"/>
            <a:chOff x="5445760" y="5343960"/>
            <a:chExt cx="477000" cy="35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8E1F0F6-E3F8-4477-74A9-691D39F78744}"/>
                    </a:ext>
                  </a:extLst>
                </p14:cNvPr>
                <p14:cNvContentPartPr/>
                <p14:nvPr/>
              </p14:nvContentPartPr>
              <p14:xfrm>
                <a:off x="5445760" y="5354400"/>
                <a:ext cx="30960" cy="2412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8E1F0F6-E3F8-4477-74A9-691D39F7874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439640" y="5348280"/>
                  <a:ext cx="4320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A2CB960-34ED-ED80-69A3-1AB0EE2AD582}"/>
                    </a:ext>
                  </a:extLst>
                </p14:cNvPr>
                <p14:cNvContentPartPr/>
                <p14:nvPr/>
              </p14:nvContentPartPr>
              <p14:xfrm>
                <a:off x="5608120" y="5343960"/>
                <a:ext cx="184320" cy="1814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A2CB960-34ED-ED80-69A3-1AB0EE2AD582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602000" y="5337840"/>
                  <a:ext cx="1965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E950E78-DFC7-DD97-E1FC-1B11FE9E8858}"/>
                    </a:ext>
                  </a:extLst>
                </p14:cNvPr>
                <p14:cNvContentPartPr/>
                <p14:nvPr/>
              </p14:nvContentPartPr>
              <p14:xfrm>
                <a:off x="5770840" y="5517120"/>
                <a:ext cx="31680" cy="1818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E950E78-DFC7-DD97-E1FC-1B11FE9E885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764720" y="5510640"/>
                  <a:ext cx="439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D2C4BAD-D884-D999-EB29-4F265C308E00}"/>
                    </a:ext>
                  </a:extLst>
                </p14:cNvPr>
                <p14:cNvContentPartPr/>
                <p14:nvPr/>
              </p14:nvContentPartPr>
              <p14:xfrm>
                <a:off x="5658880" y="5466000"/>
                <a:ext cx="263880" cy="514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D2C4BAD-D884-D999-EB29-4F265C308E0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652760" y="5459880"/>
                  <a:ext cx="276120" cy="63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BF9A3DD9-BA5F-8D0F-41C8-C74FD143C2D6}"/>
                  </a:ext>
                </a:extLst>
              </p14:cNvPr>
              <p14:cNvContentPartPr/>
              <p14:nvPr/>
            </p14:nvContentPartPr>
            <p14:xfrm>
              <a:off x="5486080" y="5730240"/>
              <a:ext cx="82080" cy="42660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BF9A3DD9-BA5F-8D0F-41C8-C74FD143C2D6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5479960" y="5723760"/>
                <a:ext cx="94320" cy="43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11AF2792-AF89-3DF8-882C-B5DAB38E4668}"/>
                  </a:ext>
                </a:extLst>
              </p14:cNvPr>
              <p14:cNvContentPartPr/>
              <p14:nvPr/>
            </p14:nvContentPartPr>
            <p14:xfrm>
              <a:off x="5598040" y="5760840"/>
              <a:ext cx="276480" cy="36540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11AF2792-AF89-3DF8-882C-B5DAB38E4668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5591920" y="5754720"/>
                <a:ext cx="288720" cy="37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65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D31BB1D4-F482-5147-E430-BCF3562A9A4F}"/>
                  </a:ext>
                </a:extLst>
              </p14:cNvPr>
              <p14:cNvContentPartPr/>
              <p14:nvPr/>
            </p14:nvContentPartPr>
            <p14:xfrm>
              <a:off x="6075400" y="5232360"/>
              <a:ext cx="30960" cy="27360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D31BB1D4-F482-5147-E430-BCF3562A9A4F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6066760" y="5223360"/>
                <a:ext cx="48600" cy="29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67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FF7E930E-12B7-41AA-0C10-EBD69A4F2A41}"/>
                  </a:ext>
                </a:extLst>
              </p14:cNvPr>
              <p14:cNvContentPartPr/>
              <p14:nvPr/>
            </p14:nvContentPartPr>
            <p14:xfrm>
              <a:off x="6228040" y="5282400"/>
              <a:ext cx="235080" cy="38880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FF7E930E-12B7-41AA-0C10-EBD69A4F2A41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6219040" y="5273400"/>
                <a:ext cx="252720" cy="40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69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B4B08D2C-A973-DF26-19F4-DC1103F30FF7}"/>
                  </a:ext>
                </a:extLst>
              </p14:cNvPr>
              <p14:cNvContentPartPr/>
              <p14:nvPr/>
            </p14:nvContentPartPr>
            <p14:xfrm>
              <a:off x="6116440" y="5791080"/>
              <a:ext cx="19440" cy="26460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B4B08D2C-A973-DF26-19F4-DC1103F30FF7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6107440" y="5782080"/>
                <a:ext cx="37080" cy="28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71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CC013F05-2DE0-DF7E-6AFA-B4870342750B}"/>
                  </a:ext>
                </a:extLst>
              </p14:cNvPr>
              <p14:cNvContentPartPr/>
              <p14:nvPr/>
            </p14:nvContentPartPr>
            <p14:xfrm>
              <a:off x="6246760" y="5770200"/>
              <a:ext cx="181440" cy="28692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CC013F05-2DE0-DF7E-6AFA-B4870342750B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6238120" y="5761200"/>
                <a:ext cx="199080" cy="30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73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BF2625D4-66C7-C9C6-A6E0-46817189625F}"/>
                  </a:ext>
                </a:extLst>
              </p14:cNvPr>
              <p14:cNvContentPartPr/>
              <p14:nvPr/>
            </p14:nvContentPartPr>
            <p14:xfrm>
              <a:off x="6693880" y="5273040"/>
              <a:ext cx="217800" cy="32724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BF2625D4-66C7-C9C6-A6E0-46817189625F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6684880" y="5264400"/>
                <a:ext cx="235440" cy="34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75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28D22F42-5005-7772-CC8D-5B9FBF3F089D}"/>
                  </a:ext>
                </a:extLst>
              </p14:cNvPr>
              <p14:cNvContentPartPr/>
              <p14:nvPr/>
            </p14:nvContentPartPr>
            <p14:xfrm>
              <a:off x="6939040" y="5273040"/>
              <a:ext cx="215280" cy="32724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28D22F42-5005-7772-CC8D-5B9FBF3F089D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6930040" y="5264400"/>
                <a:ext cx="232920" cy="34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77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73DC5D93-BCC1-B34A-5D44-6803B972CC9C}"/>
                  </a:ext>
                </a:extLst>
              </p14:cNvPr>
              <p14:cNvContentPartPr/>
              <p14:nvPr/>
            </p14:nvContentPartPr>
            <p14:xfrm>
              <a:off x="7426840" y="5261520"/>
              <a:ext cx="223200" cy="24660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73DC5D93-BCC1-B34A-5D44-6803B972CC9C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7417840" y="5252880"/>
                <a:ext cx="24084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79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0A705AFF-1173-7B62-668B-B827EB9FF324}"/>
                  </a:ext>
                </a:extLst>
              </p14:cNvPr>
              <p14:cNvContentPartPr/>
              <p14:nvPr/>
            </p14:nvContentPartPr>
            <p14:xfrm>
              <a:off x="7763080" y="5293200"/>
              <a:ext cx="151920" cy="34416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0A705AFF-1173-7B62-668B-B827EB9FF324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7754440" y="5284560"/>
                <a:ext cx="169560" cy="361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3" name="Group 102">
            <a:extLst>
              <a:ext uri="{FF2B5EF4-FFF2-40B4-BE49-F238E27FC236}">
                <a16:creationId xmlns:a16="http://schemas.microsoft.com/office/drawing/2014/main" id="{958B3A4E-51FC-20CE-1C75-AEFA1F8D38C4}"/>
              </a:ext>
            </a:extLst>
          </p:cNvPr>
          <p:cNvGrpSpPr/>
          <p:nvPr/>
        </p:nvGrpSpPr>
        <p:grpSpPr>
          <a:xfrm>
            <a:off x="8118040" y="5313360"/>
            <a:ext cx="3239280" cy="407160"/>
            <a:chOff x="8118040" y="5313360"/>
            <a:chExt cx="3239280" cy="40716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8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A1C54B60-F146-70D0-5396-9248B188D31A}"/>
                    </a:ext>
                  </a:extLst>
                </p14:cNvPr>
                <p14:cNvContentPartPr/>
                <p14:nvPr/>
              </p14:nvContentPartPr>
              <p14:xfrm>
                <a:off x="8118040" y="5362680"/>
                <a:ext cx="2577600" cy="1749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A1C54B60-F146-70D0-5396-9248B188D31A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109040" y="5354040"/>
                  <a:ext cx="25952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8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840F4EB-1981-DA86-1A6E-0636590F4324}"/>
                    </a:ext>
                  </a:extLst>
                </p14:cNvPr>
                <p14:cNvContentPartPr/>
                <p14:nvPr/>
              </p14:nvContentPartPr>
              <p14:xfrm>
                <a:off x="10791760" y="5374560"/>
                <a:ext cx="240480" cy="2437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840F4EB-1981-DA86-1A6E-0636590F432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783120" y="5365560"/>
                  <a:ext cx="25812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8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61D423D-790F-D431-1760-451ADF135861}"/>
                    </a:ext>
                  </a:extLst>
                </p14:cNvPr>
                <p14:cNvContentPartPr/>
                <p14:nvPr/>
              </p14:nvContentPartPr>
              <p14:xfrm>
                <a:off x="11213680" y="5313360"/>
                <a:ext cx="143640" cy="4071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61D423D-790F-D431-1760-451ADF13586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1204680" y="5304720"/>
                  <a:ext cx="161280" cy="42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A03FEBBC-691B-8090-6EC2-A373D69730E0}"/>
                  </a:ext>
                </a:extLst>
              </p14:cNvPr>
              <p14:cNvContentPartPr/>
              <p14:nvPr/>
            </p14:nvContentPartPr>
            <p14:xfrm>
              <a:off x="5323720" y="2397360"/>
              <a:ext cx="31320" cy="24408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A03FEBBC-691B-8090-6EC2-A373D69730E0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5317600" y="2391240"/>
                <a:ext cx="4356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37801E9B-2847-A3C6-5193-E163DD14E059}"/>
                  </a:ext>
                </a:extLst>
              </p14:cNvPr>
              <p14:cNvContentPartPr/>
              <p14:nvPr/>
            </p14:nvContentPartPr>
            <p14:xfrm>
              <a:off x="5435680" y="2397360"/>
              <a:ext cx="151200" cy="32436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37801E9B-2847-A3C6-5193-E163DD14E059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5429560" y="2391240"/>
                <a:ext cx="163440" cy="33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A948C0BD-73DD-20D1-44BD-1C6F553A8D27}"/>
                  </a:ext>
                </a:extLst>
              </p14:cNvPr>
              <p14:cNvContentPartPr/>
              <p14:nvPr/>
            </p14:nvContentPartPr>
            <p14:xfrm>
              <a:off x="6055240" y="2174160"/>
              <a:ext cx="235800" cy="49932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A948C0BD-73DD-20D1-44BD-1C6F553A8D27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6049120" y="2168040"/>
                <a:ext cx="248040" cy="51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1DB2AA84-888C-6EDE-0D28-FA768AB4B32F}"/>
                  </a:ext>
                </a:extLst>
              </p14:cNvPr>
              <p14:cNvContentPartPr/>
              <p14:nvPr/>
            </p14:nvContentPartPr>
            <p14:xfrm>
              <a:off x="4335160" y="2225280"/>
              <a:ext cx="247680" cy="32688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1DB2AA84-888C-6EDE-0D28-FA768AB4B32F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4329040" y="2219160"/>
                <a:ext cx="259920" cy="33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BE46253B-32AA-3FF9-0BFB-1C6969F0D6A1}"/>
                  </a:ext>
                </a:extLst>
              </p14:cNvPr>
              <p14:cNvContentPartPr/>
              <p14:nvPr/>
            </p14:nvContentPartPr>
            <p14:xfrm>
              <a:off x="6715840" y="5809080"/>
              <a:ext cx="256680" cy="28368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BE46253B-32AA-3FF9-0BFB-1C6969F0D6A1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6709720" y="5802960"/>
                <a:ext cx="26892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BE727A03-B923-14D7-86A4-06A73BEACB99}"/>
                  </a:ext>
                </a:extLst>
              </p14:cNvPr>
              <p14:cNvContentPartPr/>
              <p14:nvPr/>
            </p14:nvContentPartPr>
            <p14:xfrm>
              <a:off x="6990160" y="5740320"/>
              <a:ext cx="225360" cy="38988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BE727A03-B923-14D7-86A4-06A73BEACB99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6984040" y="5733840"/>
                <a:ext cx="237600" cy="40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6A4100CD-8212-8D4C-5543-D1F35F64C618}"/>
                  </a:ext>
                </a:extLst>
              </p14:cNvPr>
              <p14:cNvContentPartPr/>
              <p14:nvPr/>
            </p14:nvContentPartPr>
            <p14:xfrm>
              <a:off x="7226320" y="2336160"/>
              <a:ext cx="334080" cy="32724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6A4100CD-8212-8D4C-5543-D1F35F64C618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7220200" y="2330040"/>
                <a:ext cx="346320" cy="33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EC75C3C3-1657-5BE7-5351-D55D2456D43A}"/>
                  </a:ext>
                </a:extLst>
              </p14:cNvPr>
              <p14:cNvContentPartPr/>
              <p14:nvPr/>
            </p14:nvContentPartPr>
            <p14:xfrm>
              <a:off x="7487680" y="5713320"/>
              <a:ext cx="266400" cy="35928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EC75C3C3-1657-5BE7-5351-D55D2456D43A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7481560" y="5707200"/>
                <a:ext cx="278640" cy="37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4F1E0E2A-6031-2121-762D-B24CF6FC9D08}"/>
                  </a:ext>
                </a:extLst>
              </p14:cNvPr>
              <p14:cNvContentPartPr/>
              <p14:nvPr/>
            </p14:nvContentPartPr>
            <p14:xfrm>
              <a:off x="7667680" y="5698560"/>
              <a:ext cx="268200" cy="43272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4F1E0E2A-6031-2121-762D-B24CF6FC9D08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7661560" y="5692440"/>
                <a:ext cx="280440" cy="444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7" name="Group 116">
            <a:extLst>
              <a:ext uri="{FF2B5EF4-FFF2-40B4-BE49-F238E27FC236}">
                <a16:creationId xmlns:a16="http://schemas.microsoft.com/office/drawing/2014/main" id="{02450C98-4F23-3D38-5504-D996E32F9EF5}"/>
              </a:ext>
            </a:extLst>
          </p:cNvPr>
          <p:cNvGrpSpPr/>
          <p:nvPr/>
        </p:nvGrpSpPr>
        <p:grpSpPr>
          <a:xfrm>
            <a:off x="8077000" y="5718360"/>
            <a:ext cx="527040" cy="399960"/>
            <a:chOff x="8077000" y="5718360"/>
            <a:chExt cx="527040" cy="39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9F6B614-D145-B101-B28F-170ECFA7DE74}"/>
                    </a:ext>
                  </a:extLst>
                </p14:cNvPr>
                <p14:cNvContentPartPr/>
                <p14:nvPr/>
              </p14:nvContentPartPr>
              <p14:xfrm>
                <a:off x="8148280" y="5903040"/>
                <a:ext cx="360" cy="3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9F6B614-D145-B101-B28F-170ECFA7DE74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142160" y="589692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3F43517F-2964-892B-B8CB-0D5614ED2137}"/>
                    </a:ext>
                  </a:extLst>
                </p14:cNvPr>
                <p14:cNvContentPartPr/>
                <p14:nvPr/>
              </p14:nvContentPartPr>
              <p14:xfrm>
                <a:off x="8077000" y="5718360"/>
                <a:ext cx="225720" cy="3369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3F43517F-2964-892B-B8CB-0D5614ED213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070880" y="5712240"/>
                  <a:ext cx="23796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B3FE99E-4E5D-11F9-D5A2-5C5C418C5ACE}"/>
                    </a:ext>
                  </a:extLst>
                </p14:cNvPr>
                <p14:cNvContentPartPr/>
                <p14:nvPr/>
              </p14:nvContentPartPr>
              <p14:xfrm>
                <a:off x="8471920" y="5750400"/>
                <a:ext cx="132120" cy="3679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B3FE99E-4E5D-11F9-D5A2-5C5C418C5AC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465800" y="5744280"/>
                  <a:ext cx="144360" cy="38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8938F7D2-7E89-5DBE-A05F-23AA3CC8EF02}"/>
              </a:ext>
            </a:extLst>
          </p:cNvPr>
          <p:cNvGrpSpPr/>
          <p:nvPr/>
        </p:nvGrpSpPr>
        <p:grpSpPr>
          <a:xfrm>
            <a:off x="8686840" y="5710080"/>
            <a:ext cx="390960" cy="341640"/>
            <a:chOff x="8686840" y="5710080"/>
            <a:chExt cx="390960" cy="34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F80E3C86-954C-1579-7CD6-CA1433210A41}"/>
                    </a:ext>
                  </a:extLst>
                </p14:cNvPr>
                <p14:cNvContentPartPr/>
                <p14:nvPr/>
              </p14:nvContentPartPr>
              <p14:xfrm>
                <a:off x="8686840" y="5710080"/>
                <a:ext cx="135000" cy="3272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F80E3C86-954C-1579-7CD6-CA1433210A4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680720" y="5703600"/>
                  <a:ext cx="14724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4F5A1EE-8FC2-727A-1CF7-E1217C7D111A}"/>
                    </a:ext>
                  </a:extLst>
                </p14:cNvPr>
                <p14:cNvContentPartPr/>
                <p14:nvPr/>
              </p14:nvContentPartPr>
              <p14:xfrm>
                <a:off x="8960800" y="5781000"/>
                <a:ext cx="117000" cy="2707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4F5A1EE-8FC2-727A-1CF7-E1217C7D111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954680" y="5774880"/>
                  <a:ext cx="129240" cy="282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A7A77317-589E-CB39-2EA8-6D0F0C9BDA46}"/>
                  </a:ext>
                </a:extLst>
              </p14:cNvPr>
              <p14:cNvContentPartPr/>
              <p14:nvPr/>
            </p14:nvContentPartPr>
            <p14:xfrm>
              <a:off x="9448600" y="5799000"/>
              <a:ext cx="239400" cy="20628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A7A77317-589E-CB39-2EA8-6D0F0C9BDA46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9442480" y="5792880"/>
                <a:ext cx="25164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6C49002B-81BD-73F6-A0ED-9B83DF23BB90}"/>
                  </a:ext>
                </a:extLst>
              </p14:cNvPr>
              <p14:cNvContentPartPr/>
              <p14:nvPr/>
            </p14:nvContentPartPr>
            <p14:xfrm>
              <a:off x="9766120" y="5730240"/>
              <a:ext cx="164880" cy="32796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6C49002B-81BD-73F6-A0ED-9B83DF23BB90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9760000" y="5723760"/>
                <a:ext cx="177120" cy="340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6" name="Group 125">
            <a:extLst>
              <a:ext uri="{FF2B5EF4-FFF2-40B4-BE49-F238E27FC236}">
                <a16:creationId xmlns:a16="http://schemas.microsoft.com/office/drawing/2014/main" id="{7CBB2F04-ABDF-0410-FFEF-3D39FFF9AAA5}"/>
              </a:ext>
            </a:extLst>
          </p:cNvPr>
          <p:cNvGrpSpPr/>
          <p:nvPr/>
        </p:nvGrpSpPr>
        <p:grpSpPr>
          <a:xfrm>
            <a:off x="10149880" y="5762280"/>
            <a:ext cx="425160" cy="436320"/>
            <a:chOff x="10149880" y="5762280"/>
            <a:chExt cx="425160" cy="43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E896EA02-6A4D-17C9-E581-9DB44B22018E}"/>
                    </a:ext>
                  </a:extLst>
                </p14:cNvPr>
                <p14:cNvContentPartPr/>
                <p14:nvPr/>
              </p14:nvContentPartPr>
              <p14:xfrm>
                <a:off x="10149880" y="5762280"/>
                <a:ext cx="194400" cy="3553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E896EA02-6A4D-17C9-E581-9DB44B22018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143760" y="5756160"/>
                  <a:ext cx="20664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9073ABC-8E13-67A1-134E-B2CB27B00E4C}"/>
                    </a:ext>
                  </a:extLst>
                </p14:cNvPr>
                <p14:cNvContentPartPr/>
                <p14:nvPr/>
              </p14:nvContentPartPr>
              <p14:xfrm>
                <a:off x="10383520" y="5770920"/>
                <a:ext cx="164880" cy="4276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9073ABC-8E13-67A1-134E-B2CB27B00E4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377400" y="5764800"/>
                  <a:ext cx="17712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FE11B0C-EB78-9377-9EAC-168C970B71C9}"/>
                    </a:ext>
                  </a:extLst>
                </p14:cNvPr>
                <p14:cNvContentPartPr/>
                <p14:nvPr/>
              </p14:nvContentPartPr>
              <p14:xfrm>
                <a:off x="10413760" y="6044880"/>
                <a:ext cx="161280" cy="835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FE11B0C-EB78-9377-9EAC-168C970B71C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407640" y="6038760"/>
                  <a:ext cx="173520" cy="95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34929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8235" y="0"/>
            <a:ext cx="10515600" cy="1148715"/>
          </a:xfrm>
        </p:spPr>
        <p:txBody>
          <a:bodyPr/>
          <a:lstStyle/>
          <a:p>
            <a:r>
              <a:rPr lang="en-US" sz="3600" dirty="0"/>
              <a:t>Fractional Knapsack Problem Using Greedy Strategy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4738" y="1353497"/>
            <a:ext cx="9500887" cy="4572958"/>
          </a:xfrm>
        </p:spPr>
        <p:txBody>
          <a:bodyPr>
            <a:normAutofit/>
          </a:bodyPr>
          <a:lstStyle/>
          <a:p>
            <a:pPr>
              <a:buClr>
                <a:srgbClr val="002060"/>
              </a:buClr>
            </a:pPr>
            <a:r>
              <a:rPr lang="en-US" sz="2500" dirty="0"/>
              <a:t>  Fractional knapsack problem</a:t>
            </a:r>
          </a:p>
          <a:p>
            <a:pPr lvl="1">
              <a:buClr>
                <a:srgbClr val="002060"/>
              </a:buClr>
            </a:pPr>
            <a:r>
              <a:rPr lang="en-US" sz="2500" dirty="0"/>
              <a:t>The setup is the same</a:t>
            </a:r>
          </a:p>
          <a:p>
            <a:pPr lvl="1">
              <a:buClr>
                <a:srgbClr val="002060"/>
              </a:buClr>
            </a:pPr>
            <a:r>
              <a:rPr lang="en-US" sz="2500" dirty="0"/>
              <a:t>The thief can take fractions of items, rather than having to make a binary (0-1) choice for each item</a:t>
            </a:r>
          </a:p>
          <a:p>
            <a:pPr>
              <a:buClr>
                <a:srgbClr val="002060"/>
              </a:buClr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91282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8235" y="0"/>
            <a:ext cx="10515600" cy="1114425"/>
          </a:xfrm>
        </p:spPr>
        <p:txBody>
          <a:bodyPr/>
          <a:lstStyle/>
          <a:p>
            <a:r>
              <a:rPr lang="en-US" sz="3600" dirty="0"/>
              <a:t>Fractional Knapsack Problem Using Greedy Strategy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8604" y="1485329"/>
            <a:ext cx="9141255" cy="4572958"/>
          </a:xfrm>
        </p:spPr>
        <p:txBody>
          <a:bodyPr>
            <a:normAutofit/>
          </a:bodyPr>
          <a:lstStyle/>
          <a:p>
            <a:pPr>
              <a:buClr>
                <a:srgbClr val="002060"/>
              </a:buClr>
            </a:pPr>
            <a:r>
              <a:rPr lang="en-US" sz="2500" dirty="0"/>
              <a:t>Although the problems are similar</a:t>
            </a:r>
          </a:p>
          <a:p>
            <a:pPr lvl="1">
              <a:buClr>
                <a:srgbClr val="002060"/>
              </a:buClr>
            </a:pPr>
            <a:r>
              <a:rPr lang="en-US" sz="2500" dirty="0"/>
              <a:t>Solve the fractional knapsack problem by a greedy strategy</a:t>
            </a:r>
          </a:p>
          <a:p>
            <a:pPr lvl="1">
              <a:buClr>
                <a:srgbClr val="002060"/>
              </a:buClr>
            </a:pPr>
            <a:r>
              <a:rPr lang="en-US" sz="2500" dirty="0"/>
              <a:t>Cannot solve the 0-1 problem by such a strategy </a:t>
            </a:r>
          </a:p>
          <a:p>
            <a:pPr>
              <a:buClr>
                <a:srgbClr val="002060"/>
              </a:buClr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033112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375" y="0"/>
            <a:ext cx="10515600" cy="1325563"/>
          </a:xfrm>
        </p:spPr>
        <p:txBody>
          <a:bodyPr/>
          <a:lstStyle/>
          <a:p>
            <a:r>
              <a:rPr lang="en-US" sz="3600" dirty="0"/>
              <a:t>Fractional Knapsack Problem Using Greedy Strategy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193" y="1548957"/>
            <a:ext cx="9369442" cy="4572958"/>
          </a:xfrm>
        </p:spPr>
        <p:txBody>
          <a:bodyPr>
            <a:normAutofit/>
          </a:bodyPr>
          <a:lstStyle/>
          <a:p>
            <a:pPr>
              <a:buClr>
                <a:srgbClr val="002060"/>
              </a:buClr>
            </a:pPr>
            <a:r>
              <a:rPr lang="en-US" sz="2400" dirty="0"/>
              <a:t> To solve the fractional problem</a:t>
            </a:r>
          </a:p>
          <a:p>
            <a:pPr lvl="1">
              <a:buClr>
                <a:srgbClr val="002060"/>
              </a:buClr>
            </a:pPr>
            <a:r>
              <a:rPr lang="en-US" dirty="0"/>
              <a:t>First compute the value per pound for each item (value / weight)</a:t>
            </a:r>
          </a:p>
          <a:p>
            <a:pPr lvl="1">
              <a:buClr>
                <a:srgbClr val="002060"/>
              </a:buClr>
            </a:pPr>
            <a:r>
              <a:rPr lang="en-US" dirty="0"/>
              <a:t>Obeying a greedy strategy, the thief begins by taking as much as possible of the item with the greatest value per pound</a:t>
            </a:r>
          </a:p>
          <a:p>
            <a:pPr lvl="1">
              <a:buClr>
                <a:srgbClr val="002060"/>
              </a:buClr>
            </a:pPr>
            <a:r>
              <a:rPr lang="en-US" dirty="0"/>
              <a:t>If the supply of that item is exhausted and he/she can still carry more, he/she takes as much as possible of the item with the next greatest value per pound, and so forth, until he/she reaches the weight limit W.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6BC3AF-733E-4C26-8D63-F2EA245BC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9280" y="1548957"/>
            <a:ext cx="2107286" cy="1945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0795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2515" y="1"/>
            <a:ext cx="10515600" cy="1062990"/>
          </a:xfrm>
        </p:spPr>
        <p:txBody>
          <a:bodyPr/>
          <a:lstStyle/>
          <a:p>
            <a:r>
              <a:rPr lang="en-US" sz="3600" dirty="0"/>
              <a:t>Fractional Knapsack Problem Using Greedy Strategy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629" y="1350537"/>
            <a:ext cx="7949646" cy="4572958"/>
          </a:xfrm>
        </p:spPr>
        <p:txBody>
          <a:bodyPr>
            <a:normAutofit/>
          </a:bodyPr>
          <a:lstStyle/>
          <a:p>
            <a:pPr>
              <a:buClr>
                <a:srgbClr val="002060"/>
              </a:buClr>
            </a:pPr>
            <a:r>
              <a:rPr lang="en-US" sz="2400" dirty="0"/>
              <a:t>Example in Figure 16.2(a)</a:t>
            </a:r>
          </a:p>
          <a:p>
            <a:pPr lvl="1">
              <a:buClr>
                <a:srgbClr val="002060"/>
              </a:buClr>
            </a:pPr>
            <a:r>
              <a:rPr lang="en-US" dirty="0"/>
              <a:t>This example has 3 items and a knapsack that can hold 50 pounds. </a:t>
            </a:r>
            <a:br>
              <a:rPr lang="en-US" dirty="0"/>
            </a:br>
            <a:r>
              <a:rPr lang="en-US" dirty="0"/>
              <a:t>Item 1 weighs 10 pounds and is worth 60 dollars.</a:t>
            </a:r>
          </a:p>
          <a:p>
            <a:pPr marL="457200" lvl="1" indent="0">
              <a:buClr>
                <a:srgbClr val="002060"/>
              </a:buClr>
              <a:buNone/>
            </a:pPr>
            <a:r>
              <a:rPr lang="en-US" dirty="0"/>
              <a:t>    Item 2 weighs 20 pounds and is worth 100 dollars. </a:t>
            </a:r>
            <a:br>
              <a:rPr lang="en-US" dirty="0"/>
            </a:br>
            <a:r>
              <a:rPr lang="en-US" dirty="0"/>
              <a:t>    Item 3 weighs 30 pounds and is worth 120 dollars. </a:t>
            </a:r>
          </a:p>
          <a:p>
            <a:pPr lvl="1">
              <a:buClr>
                <a:srgbClr val="002060"/>
              </a:buClr>
            </a:pPr>
            <a:r>
              <a:rPr lang="en-US" dirty="0"/>
              <a:t>Thus, the value per pound of item 1 is 6 dollars per pound, which is greater than the value per pound of either item 2 (5 dollars per pound) or item 3 (4 dollars per pound).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B6D7A3-41CA-4C8A-9CE8-D884B0D46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2984" y="1301088"/>
            <a:ext cx="2347097" cy="2166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5485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6795" y="5080"/>
            <a:ext cx="10515600" cy="1200785"/>
          </a:xfrm>
        </p:spPr>
        <p:txBody>
          <a:bodyPr>
            <a:normAutofit/>
          </a:bodyPr>
          <a:lstStyle/>
          <a:p>
            <a:r>
              <a:rPr lang="en-US" sz="3600" dirty="0"/>
              <a:t>Fractional  Knapsack Problem Using Greedy Strategy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882" y="1063557"/>
            <a:ext cx="9716509" cy="326120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AB85AB8-BA91-4F1B-BECE-A904C3C3A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640" y="2557573"/>
            <a:ext cx="3871453" cy="1569508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5BFCC0-91FA-48E0-94DE-8979A11CF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9417" y="4370657"/>
            <a:ext cx="4673599" cy="1731102"/>
          </a:xfrm>
        </p:spPr>
        <p:txBody>
          <a:bodyPr>
            <a:normAutofit fontScale="92500" lnSpcReduction="10000"/>
          </a:bodyPr>
          <a:lstStyle/>
          <a:p>
            <a:pPr>
              <a:buClr>
                <a:srgbClr val="002060"/>
              </a:buClr>
            </a:pPr>
            <a:r>
              <a:rPr lang="en-US" sz="2100" dirty="0"/>
              <a:t>And take 20 pounds of item 3</a:t>
            </a:r>
          </a:p>
          <a:p>
            <a:pPr lvl="1">
              <a:buClr>
                <a:srgbClr val="002060"/>
              </a:buClr>
            </a:pPr>
            <a:r>
              <a:rPr lang="en-US" sz="2100" dirty="0"/>
              <a:t>20 pounds * $4 = $80</a:t>
            </a:r>
          </a:p>
          <a:p>
            <a:pPr>
              <a:buClr>
                <a:srgbClr val="002060"/>
              </a:buClr>
            </a:pPr>
            <a:r>
              <a:rPr lang="en-US" sz="2100" dirty="0"/>
              <a:t>So greedy solution </a:t>
            </a:r>
          </a:p>
          <a:p>
            <a:pPr lvl="1">
              <a:buClr>
                <a:srgbClr val="002060"/>
              </a:buClr>
            </a:pPr>
            <a:r>
              <a:rPr lang="en-US" sz="2100" dirty="0"/>
              <a:t>$160+ $80 = $240</a:t>
            </a:r>
          </a:p>
          <a:p>
            <a:pPr>
              <a:buClr>
                <a:srgbClr val="002060"/>
              </a:buClr>
            </a:pPr>
            <a:r>
              <a:rPr lang="en-US" sz="2100" dirty="0"/>
              <a:t>0-1 knapsack solution: $220</a:t>
            </a:r>
          </a:p>
          <a:p>
            <a:pPr>
              <a:buClr>
                <a:srgbClr val="002060"/>
              </a:buClr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379385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1090" y="22226"/>
            <a:ext cx="10515600" cy="1240790"/>
          </a:xfrm>
        </p:spPr>
        <p:txBody>
          <a:bodyPr/>
          <a:lstStyle/>
          <a:p>
            <a:r>
              <a:rPr lang="en-US" sz="3600" dirty="0"/>
              <a:t>Fractional Knapsack Problem Using Greedy Strategy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1090" y="1457154"/>
            <a:ext cx="9333491" cy="4735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1100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375" y="0"/>
            <a:ext cx="10515600" cy="1325563"/>
          </a:xfrm>
        </p:spPr>
        <p:txBody>
          <a:bodyPr/>
          <a:lstStyle/>
          <a:p>
            <a:r>
              <a:rPr lang="en-US" sz="3600" dirty="0"/>
              <a:t>Fractional Knapsack Problem Using Greedy Strategy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74" y="1460603"/>
            <a:ext cx="8233818" cy="392086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959D366-420E-4C0C-B55B-8AEC85733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8045" y="2235729"/>
            <a:ext cx="2469621" cy="1615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328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AMUSA PPT Color">
      <a:dk1>
        <a:srgbClr val="000000"/>
      </a:dk1>
      <a:lt1>
        <a:srgbClr val="FFFFFF"/>
      </a:lt1>
      <a:dk2>
        <a:srgbClr val="83888B"/>
      </a:dk2>
      <a:lt2>
        <a:srgbClr val="FFFFFF"/>
      </a:lt2>
      <a:accent1>
        <a:srgbClr val="332E70"/>
      </a:accent1>
      <a:accent2>
        <a:srgbClr val="668586"/>
      </a:accent2>
      <a:accent3>
        <a:srgbClr val="E6B729"/>
      </a:accent3>
      <a:accent4>
        <a:srgbClr val="B9CFD3"/>
      </a:accent4>
      <a:accent5>
        <a:srgbClr val="54849A"/>
      </a:accent5>
      <a:accent6>
        <a:srgbClr val="020000"/>
      </a:accent6>
      <a:hlink>
        <a:srgbClr val="702E3C"/>
      </a:hlink>
      <a:folHlink>
        <a:srgbClr val="460000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18 TAMUSA Template" id="{81250B71-C222-0A43-91FF-929A8BF7632C}" vid="{6EC503B3-3B3A-3D45-9BD1-3527F0E16E3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2018 TAMUSA Template-updated</Template>
  <TotalTime>6334</TotalTime>
  <Words>730</Words>
  <Application>Microsoft Office PowerPoint</Application>
  <PresentationFormat>Widescreen</PresentationFormat>
  <Paragraphs>82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Corbel</vt:lpstr>
      <vt:lpstr>Oswald</vt:lpstr>
      <vt:lpstr>Rage Italic</vt:lpstr>
      <vt:lpstr>Times New Roman</vt:lpstr>
      <vt:lpstr>Vollkorn</vt:lpstr>
      <vt:lpstr>Office Theme</vt:lpstr>
      <vt:lpstr>CSCI 5343 Algorithms Spring 2025 </vt:lpstr>
      <vt:lpstr>Objectives</vt:lpstr>
      <vt:lpstr>Greedy Algorithm</vt:lpstr>
      <vt:lpstr>Elements of Greedy Strategy</vt:lpstr>
      <vt:lpstr>Greedy Strategy Vs. Dynamic Programming</vt:lpstr>
      <vt:lpstr>0-1 Knapsack Problem</vt:lpstr>
      <vt:lpstr>0-1 Knapsack Problem</vt:lpstr>
      <vt:lpstr>0-1 Knapsack Problem</vt:lpstr>
      <vt:lpstr>0-1 Knapsack Problem Using Dynamic Programming</vt:lpstr>
      <vt:lpstr>Exercise</vt:lpstr>
      <vt:lpstr>Fractional Knapsack Problem Using Greedy Strategy </vt:lpstr>
      <vt:lpstr>Fractional Knapsack Problem Using Greedy Strategy </vt:lpstr>
      <vt:lpstr>Fractional Knapsack Problem Using Greedy Strategy </vt:lpstr>
      <vt:lpstr>Fractional Knapsack Problem Using Greedy Strategy </vt:lpstr>
      <vt:lpstr>Fractional  Knapsack Problem Using Greedy Strategy </vt:lpstr>
      <vt:lpstr>Fractional Knapsack Problem Using Greedy Strategy </vt:lpstr>
      <vt:lpstr>Fractional Knapsack Problem Using Greedy Strategy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Fernando Estrada</dc:creator>
  <cp:lastModifiedBy>Visesh Bentula</cp:lastModifiedBy>
  <cp:revision>110</cp:revision>
  <cp:lastPrinted>2020-01-21T18:08:03Z</cp:lastPrinted>
  <dcterms:created xsi:type="dcterms:W3CDTF">2018-03-09T22:17:24Z</dcterms:created>
  <dcterms:modified xsi:type="dcterms:W3CDTF">2025-04-22T01:48:53Z</dcterms:modified>
</cp:coreProperties>
</file>